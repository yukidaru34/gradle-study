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4"/>
  </p:notesMasterIdLst>
  <p:sldIdLst>
    <p:sldId id="258" r:id="rId2"/>
    <p:sldId id="291" r:id="rId3"/>
    <p:sldId id="290" r:id="rId4"/>
    <p:sldId id="292" r:id="rId5"/>
    <p:sldId id="297" r:id="rId6"/>
    <p:sldId id="309" r:id="rId7"/>
    <p:sldId id="293" r:id="rId8"/>
    <p:sldId id="310" r:id="rId9"/>
    <p:sldId id="312" r:id="rId10"/>
    <p:sldId id="313" r:id="rId11"/>
    <p:sldId id="294" r:id="rId12"/>
    <p:sldId id="304" r:id="rId13"/>
    <p:sldId id="318" r:id="rId14"/>
    <p:sldId id="295" r:id="rId15"/>
    <p:sldId id="315" r:id="rId16"/>
    <p:sldId id="319" r:id="rId17"/>
    <p:sldId id="316" r:id="rId18"/>
    <p:sldId id="317" r:id="rId19"/>
    <p:sldId id="320" r:id="rId20"/>
    <p:sldId id="321" r:id="rId21"/>
    <p:sldId id="296" r:id="rId22"/>
    <p:sldId id="322" r:id="rId23"/>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C4948"/>
    <a:srgbClr val="12B3C7"/>
    <a:srgbClr val="E65947"/>
    <a:srgbClr val="AEEFF8"/>
    <a:srgbClr val="0F93A5"/>
    <a:srgbClr val="109DB0"/>
    <a:srgbClr val="99CCFF"/>
    <a:srgbClr val="4472C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F25838F-55D7-47B8-AA47-C03B5EFE7103}" v="83" dt="2025-03-18T22:47:18.15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110" d="100"/>
          <a:sy n="110" d="100"/>
        </p:scale>
        <p:origin x="630" y="11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DC1D104-ADF4-401A-8458-D114758020BC}" type="datetimeFigureOut">
              <a:rPr kumimoji="1" lang="ja-JP" altLang="en-US" smtClean="0"/>
              <a:t>2025/3/19</a:t>
            </a:fld>
            <a:endParaRPr kumimoji="1" lang="ja-JP" altLang="en-US"/>
          </a:p>
        </p:txBody>
      </p:sp>
      <p:sp>
        <p:nvSpPr>
          <p:cNvPr id="4" name="スライド イメージ プレースホルダー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EC5A746-81A1-4545-8538-FF22F71CCC2B}" type="slidenum">
              <a:rPr kumimoji="1" lang="ja-JP" altLang="en-US" smtClean="0"/>
              <a:t>‹#›</a:t>
            </a:fld>
            <a:endParaRPr kumimoji="1" lang="ja-JP" altLang="en-US"/>
          </a:p>
        </p:txBody>
      </p:sp>
    </p:spTree>
    <p:extLst>
      <p:ext uri="{BB962C8B-B14F-4D97-AF65-F5344CB8AC3E}">
        <p14:creationId xmlns:p14="http://schemas.microsoft.com/office/powerpoint/2010/main" val="799923654"/>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2EB1778-5A95-9345-961E-2E5BD1AE8372}"/>
              </a:ext>
            </a:extLst>
          </p:cNvPr>
          <p:cNvSpPr>
            <a:spLocks noGrp="1"/>
          </p:cNvSpPr>
          <p:nvPr>
            <p:ph type="ctrTitle"/>
          </p:nvPr>
        </p:nvSpPr>
        <p:spPr>
          <a:xfrm>
            <a:off x="1524000" y="1122363"/>
            <a:ext cx="9144000" cy="2387600"/>
          </a:xfrm>
        </p:spPr>
        <p:txBody>
          <a:bodyPr anchor="b"/>
          <a:lstStyle>
            <a:lvl1pPr algn="ctr">
              <a:defRPr sz="6000"/>
            </a:lvl1pPr>
          </a:lstStyle>
          <a:p>
            <a:r>
              <a:rPr kumimoji="1" lang="ja-JP" altLang="en-US"/>
              <a:t>マスター タイトルの書式設定</a:t>
            </a:r>
          </a:p>
        </p:txBody>
      </p:sp>
      <p:sp>
        <p:nvSpPr>
          <p:cNvPr id="3" name="字幕 2">
            <a:extLst>
              <a:ext uri="{FF2B5EF4-FFF2-40B4-BE49-F238E27FC236}">
                <a16:creationId xmlns:a16="http://schemas.microsoft.com/office/drawing/2014/main" id="{4B2E7989-0550-7916-A308-328195AFC8B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a:t>マスター サブタイトルの書式設定</a:t>
            </a:r>
          </a:p>
        </p:txBody>
      </p:sp>
      <p:sp>
        <p:nvSpPr>
          <p:cNvPr id="4" name="日付プレースホルダー 3">
            <a:extLst>
              <a:ext uri="{FF2B5EF4-FFF2-40B4-BE49-F238E27FC236}">
                <a16:creationId xmlns:a16="http://schemas.microsoft.com/office/drawing/2014/main" id="{E5BB2FE6-9624-18D0-C6E1-21E452F2C343}"/>
              </a:ext>
            </a:extLst>
          </p:cNvPr>
          <p:cNvSpPr>
            <a:spLocks noGrp="1"/>
          </p:cNvSpPr>
          <p:nvPr>
            <p:ph type="dt" sz="half" idx="10"/>
          </p:nvPr>
        </p:nvSpPr>
        <p:spPr/>
        <p:txBody>
          <a:bodyPr/>
          <a:lstStyle/>
          <a:p>
            <a:fld id="{83671A04-5AE2-467B-82DB-F6C903212272}" type="datetime1">
              <a:rPr kumimoji="1" lang="ja-JP" altLang="en-US" smtClean="0"/>
              <a:t>2025/3/19</a:t>
            </a:fld>
            <a:endParaRPr kumimoji="1" lang="ja-JP" altLang="en-US"/>
          </a:p>
        </p:txBody>
      </p:sp>
      <p:sp>
        <p:nvSpPr>
          <p:cNvPr id="5" name="フッター プレースホルダー 4">
            <a:extLst>
              <a:ext uri="{FF2B5EF4-FFF2-40B4-BE49-F238E27FC236}">
                <a16:creationId xmlns:a16="http://schemas.microsoft.com/office/drawing/2014/main" id="{1C032D59-9815-CFDC-3629-D97DA6DA6EA7}"/>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7E83EAAE-BC5C-0040-FD94-112A265AD6F5}"/>
              </a:ext>
            </a:extLst>
          </p:cNvPr>
          <p:cNvSpPr>
            <a:spLocks noGrp="1"/>
          </p:cNvSpPr>
          <p:nvPr>
            <p:ph type="sldNum" sz="quarter" idx="12"/>
          </p:nvPr>
        </p:nvSpPr>
        <p:spPr/>
        <p:txBody>
          <a:bodyPr/>
          <a:lstStyle/>
          <a:p>
            <a:fld id="{A47ACDBF-E3C6-4DD5-8189-300D63B6E3FF}" type="slidenum">
              <a:rPr kumimoji="1" lang="ja-JP" altLang="en-US" smtClean="0"/>
              <a:t>‹#›</a:t>
            </a:fld>
            <a:endParaRPr kumimoji="1" lang="ja-JP" altLang="en-US"/>
          </a:p>
        </p:txBody>
      </p:sp>
    </p:spTree>
    <p:extLst>
      <p:ext uri="{BB962C8B-B14F-4D97-AF65-F5344CB8AC3E}">
        <p14:creationId xmlns:p14="http://schemas.microsoft.com/office/powerpoint/2010/main" val="188208884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1248929-2746-2102-894E-36C8C0B6366C}"/>
              </a:ext>
            </a:extLst>
          </p:cNvPr>
          <p:cNvSpPr>
            <a:spLocks noGrp="1"/>
          </p:cNvSpPr>
          <p:nvPr>
            <p:ph type="title"/>
          </p:nvPr>
        </p:nvSpPr>
        <p:spPr/>
        <p:txBody>
          <a:bodyPr>
            <a:normAutofit/>
          </a:bodyPr>
          <a:lstStyle>
            <a:lvl1pPr>
              <a:defRPr sz="3200" b="1">
                <a:solidFill>
                  <a:srgbClr val="4C4948"/>
                </a:solidFill>
                <a:latin typeface="+mn-ea"/>
                <a:ea typeface="+mn-ea"/>
              </a:defRPr>
            </a:lvl1pPr>
          </a:lstStyle>
          <a:p>
            <a:r>
              <a:rPr kumimoji="1" lang="ja-JP" altLang="en-US" dirty="0"/>
              <a:t>マスター タイトルの書式設定</a:t>
            </a:r>
          </a:p>
        </p:txBody>
      </p:sp>
      <p:sp>
        <p:nvSpPr>
          <p:cNvPr id="3" name="コンテンツ プレースホルダー 2">
            <a:extLst>
              <a:ext uri="{FF2B5EF4-FFF2-40B4-BE49-F238E27FC236}">
                <a16:creationId xmlns:a16="http://schemas.microsoft.com/office/drawing/2014/main" id="{386DEFCF-539C-9BBF-FC0B-04BC0F08971C}"/>
              </a:ext>
            </a:extLst>
          </p:cNvPr>
          <p:cNvSpPr>
            <a:spLocks noGrp="1"/>
          </p:cNvSpPr>
          <p:nvPr>
            <p:ph idx="1"/>
          </p:nvPr>
        </p:nvSpPr>
        <p:spPr/>
        <p:txBody>
          <a:bodyPr/>
          <a:lstStyle>
            <a:lvl1pPr>
              <a:defRPr>
                <a:solidFill>
                  <a:srgbClr val="4C4948"/>
                </a:solidFill>
                <a:latin typeface="+mn-ea"/>
                <a:ea typeface="+mn-ea"/>
              </a:defRPr>
            </a:lvl1pPr>
            <a:lvl2pPr>
              <a:defRPr>
                <a:solidFill>
                  <a:srgbClr val="4C4948"/>
                </a:solidFill>
                <a:latin typeface="+mn-ea"/>
                <a:ea typeface="+mn-ea"/>
              </a:defRPr>
            </a:lvl2pPr>
            <a:lvl3pPr>
              <a:defRPr>
                <a:solidFill>
                  <a:srgbClr val="4C4948"/>
                </a:solidFill>
                <a:latin typeface="+mn-ea"/>
                <a:ea typeface="+mn-ea"/>
              </a:defRPr>
            </a:lvl3pPr>
            <a:lvl4pPr>
              <a:defRPr>
                <a:solidFill>
                  <a:srgbClr val="4C4948"/>
                </a:solidFill>
                <a:latin typeface="+mn-ea"/>
                <a:ea typeface="+mn-ea"/>
              </a:defRPr>
            </a:lvl4pPr>
            <a:lvl5pPr>
              <a:defRPr>
                <a:solidFill>
                  <a:srgbClr val="4C4948"/>
                </a:solidFill>
                <a:latin typeface="+mn-ea"/>
                <a:ea typeface="+mn-ea"/>
              </a:defRPr>
            </a:lvl5pPr>
          </a:lstStyle>
          <a:p>
            <a:pPr lvl="0"/>
            <a:r>
              <a:rPr kumimoji="1" lang="ja-JP" altLang="en-US" dirty="0"/>
              <a:t>マスター テキストの書式設定</a:t>
            </a:r>
          </a:p>
          <a:p>
            <a:pPr lvl="1"/>
            <a:r>
              <a:rPr kumimoji="1" lang="ja-JP" altLang="en-US" dirty="0"/>
              <a:t>第 </a:t>
            </a:r>
            <a:r>
              <a:rPr kumimoji="1" lang="en-US" altLang="ja-JP" dirty="0"/>
              <a:t>2 </a:t>
            </a:r>
            <a:r>
              <a:rPr kumimoji="1" lang="ja-JP" altLang="en-US" dirty="0"/>
              <a:t>レベル</a:t>
            </a:r>
          </a:p>
          <a:p>
            <a:pPr lvl="2"/>
            <a:r>
              <a:rPr kumimoji="1" lang="ja-JP" altLang="en-US" dirty="0"/>
              <a:t>第 </a:t>
            </a:r>
            <a:r>
              <a:rPr kumimoji="1" lang="en-US" altLang="ja-JP" dirty="0"/>
              <a:t>3 </a:t>
            </a:r>
            <a:r>
              <a:rPr kumimoji="1" lang="ja-JP" altLang="en-US" dirty="0"/>
              <a:t>レベル</a:t>
            </a:r>
          </a:p>
          <a:p>
            <a:pPr lvl="3"/>
            <a:r>
              <a:rPr kumimoji="1" lang="ja-JP" altLang="en-US" dirty="0"/>
              <a:t>第 </a:t>
            </a:r>
            <a:r>
              <a:rPr kumimoji="1" lang="en-US" altLang="ja-JP" dirty="0"/>
              <a:t>4 </a:t>
            </a:r>
            <a:r>
              <a:rPr kumimoji="1" lang="ja-JP" altLang="en-US" dirty="0"/>
              <a:t>レベル</a:t>
            </a:r>
          </a:p>
          <a:p>
            <a:pPr lvl="4"/>
            <a:r>
              <a:rPr kumimoji="1" lang="ja-JP" altLang="en-US" dirty="0"/>
              <a:t>第 </a:t>
            </a:r>
            <a:r>
              <a:rPr kumimoji="1" lang="en-US" altLang="ja-JP" dirty="0"/>
              <a:t>5 </a:t>
            </a:r>
            <a:r>
              <a:rPr kumimoji="1" lang="ja-JP" altLang="en-US" dirty="0"/>
              <a:t>レベル</a:t>
            </a:r>
          </a:p>
        </p:txBody>
      </p:sp>
      <p:sp>
        <p:nvSpPr>
          <p:cNvPr id="4" name="日付プレースホルダー 3">
            <a:extLst>
              <a:ext uri="{FF2B5EF4-FFF2-40B4-BE49-F238E27FC236}">
                <a16:creationId xmlns:a16="http://schemas.microsoft.com/office/drawing/2014/main" id="{7EED516E-0865-7307-82EA-9DD1033C0069}"/>
              </a:ext>
            </a:extLst>
          </p:cNvPr>
          <p:cNvSpPr>
            <a:spLocks noGrp="1"/>
          </p:cNvSpPr>
          <p:nvPr>
            <p:ph type="dt" sz="half" idx="10"/>
          </p:nvPr>
        </p:nvSpPr>
        <p:spPr/>
        <p:txBody>
          <a:bodyPr/>
          <a:lstStyle/>
          <a:p>
            <a:fld id="{69DA1F49-61B3-47A0-A57A-C1F97FB8DC08}" type="datetime1">
              <a:rPr kumimoji="1" lang="ja-JP" altLang="en-US" smtClean="0"/>
              <a:t>2025/3/19</a:t>
            </a:fld>
            <a:endParaRPr kumimoji="1" lang="ja-JP" altLang="en-US"/>
          </a:p>
        </p:txBody>
      </p:sp>
      <p:sp>
        <p:nvSpPr>
          <p:cNvPr id="5" name="フッター プレースホルダー 4">
            <a:extLst>
              <a:ext uri="{FF2B5EF4-FFF2-40B4-BE49-F238E27FC236}">
                <a16:creationId xmlns:a16="http://schemas.microsoft.com/office/drawing/2014/main" id="{8B09AE17-C6A1-6351-EC8F-02AACEA69B49}"/>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44D2A2CA-636A-A852-E36D-AA347750C0EF}"/>
              </a:ext>
            </a:extLst>
          </p:cNvPr>
          <p:cNvSpPr>
            <a:spLocks noGrp="1"/>
          </p:cNvSpPr>
          <p:nvPr>
            <p:ph type="sldNum" sz="quarter" idx="12"/>
          </p:nvPr>
        </p:nvSpPr>
        <p:spPr/>
        <p:txBody>
          <a:bodyPr/>
          <a:lstStyle/>
          <a:p>
            <a:fld id="{A47ACDBF-E3C6-4DD5-8189-300D63B6E3FF}" type="slidenum">
              <a:rPr kumimoji="1" lang="ja-JP" altLang="en-US" smtClean="0"/>
              <a:t>‹#›</a:t>
            </a:fld>
            <a:endParaRPr kumimoji="1" lang="ja-JP" altLang="en-US"/>
          </a:p>
        </p:txBody>
      </p:sp>
      <p:cxnSp>
        <p:nvCxnSpPr>
          <p:cNvPr id="8" name="直線コネクタ 7">
            <a:extLst>
              <a:ext uri="{FF2B5EF4-FFF2-40B4-BE49-F238E27FC236}">
                <a16:creationId xmlns:a16="http://schemas.microsoft.com/office/drawing/2014/main" id="{3D8139D6-956D-C0E1-102E-1EA056A86F05}"/>
              </a:ext>
            </a:extLst>
          </p:cNvPr>
          <p:cNvCxnSpPr/>
          <p:nvPr userDrawn="1"/>
        </p:nvCxnSpPr>
        <p:spPr>
          <a:xfrm>
            <a:off x="838200" y="1285875"/>
            <a:ext cx="10515600" cy="0"/>
          </a:xfrm>
          <a:prstGeom prst="line">
            <a:avLst/>
          </a:prstGeom>
          <a:ln w="38100">
            <a:solidFill>
              <a:srgbClr val="4C4948"/>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321772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01B709F-1B66-EC25-0960-9D6CDDFF3BDD}"/>
              </a:ext>
            </a:extLst>
          </p:cNvPr>
          <p:cNvSpPr>
            <a:spLocks noGrp="1"/>
          </p:cNvSpPr>
          <p:nvPr>
            <p:ph type="title"/>
          </p:nvPr>
        </p:nvSpPr>
        <p:spPr>
          <a:xfrm>
            <a:off x="831850" y="1709738"/>
            <a:ext cx="10515600" cy="2852737"/>
          </a:xfrm>
        </p:spPr>
        <p:txBody>
          <a:bodyPr anchor="b"/>
          <a:lstStyle>
            <a:lvl1pPr>
              <a:defRPr sz="6000"/>
            </a:lvl1p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DBD5BAA7-8860-118C-B9BC-324F8F2297BE}"/>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kumimoji="1" lang="ja-JP" altLang="en-US"/>
              <a:t>マスター テキストの書式設定</a:t>
            </a:r>
          </a:p>
        </p:txBody>
      </p:sp>
      <p:sp>
        <p:nvSpPr>
          <p:cNvPr id="4" name="日付プレースホルダー 3">
            <a:extLst>
              <a:ext uri="{FF2B5EF4-FFF2-40B4-BE49-F238E27FC236}">
                <a16:creationId xmlns:a16="http://schemas.microsoft.com/office/drawing/2014/main" id="{8AF20306-6956-BA09-9024-491094C1AE03}"/>
              </a:ext>
            </a:extLst>
          </p:cNvPr>
          <p:cNvSpPr>
            <a:spLocks noGrp="1"/>
          </p:cNvSpPr>
          <p:nvPr>
            <p:ph type="dt" sz="half" idx="10"/>
          </p:nvPr>
        </p:nvSpPr>
        <p:spPr/>
        <p:txBody>
          <a:bodyPr/>
          <a:lstStyle/>
          <a:p>
            <a:fld id="{0A8552A0-F195-45F7-85CE-C9C5F3AFA9B8}" type="datetime1">
              <a:rPr kumimoji="1" lang="ja-JP" altLang="en-US" smtClean="0"/>
              <a:t>2025/3/19</a:t>
            </a:fld>
            <a:endParaRPr kumimoji="1" lang="ja-JP" altLang="en-US"/>
          </a:p>
        </p:txBody>
      </p:sp>
      <p:sp>
        <p:nvSpPr>
          <p:cNvPr id="5" name="フッター プレースホルダー 4">
            <a:extLst>
              <a:ext uri="{FF2B5EF4-FFF2-40B4-BE49-F238E27FC236}">
                <a16:creationId xmlns:a16="http://schemas.microsoft.com/office/drawing/2014/main" id="{60C9B6F4-165B-671C-8AA5-1E774440D998}"/>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52EFD0E2-91BA-847F-2E9A-4CCB37337E80}"/>
              </a:ext>
            </a:extLst>
          </p:cNvPr>
          <p:cNvSpPr>
            <a:spLocks noGrp="1"/>
          </p:cNvSpPr>
          <p:nvPr>
            <p:ph type="sldNum" sz="quarter" idx="12"/>
          </p:nvPr>
        </p:nvSpPr>
        <p:spPr/>
        <p:txBody>
          <a:bodyPr/>
          <a:lstStyle/>
          <a:p>
            <a:fld id="{A47ACDBF-E3C6-4DD5-8189-300D63B6E3FF}" type="slidenum">
              <a:rPr kumimoji="1" lang="ja-JP" altLang="en-US" smtClean="0"/>
              <a:t>‹#›</a:t>
            </a:fld>
            <a:endParaRPr kumimoji="1" lang="ja-JP" altLang="en-US"/>
          </a:p>
        </p:txBody>
      </p:sp>
    </p:spTree>
    <p:extLst>
      <p:ext uri="{BB962C8B-B14F-4D97-AF65-F5344CB8AC3E}">
        <p14:creationId xmlns:p14="http://schemas.microsoft.com/office/powerpoint/2010/main" val="251172237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D554FDF-046E-455D-555E-CD48080C767A}"/>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A05D2A4C-321C-13EF-1381-4AD47CE68C7D}"/>
              </a:ext>
            </a:extLst>
          </p:cNvPr>
          <p:cNvSpPr>
            <a:spLocks noGrp="1"/>
          </p:cNvSpPr>
          <p:nvPr>
            <p:ph sz="half" idx="1"/>
          </p:nvPr>
        </p:nvSpPr>
        <p:spPr>
          <a:xfrm>
            <a:off x="838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コンテンツ プレースホルダー 3">
            <a:extLst>
              <a:ext uri="{FF2B5EF4-FFF2-40B4-BE49-F238E27FC236}">
                <a16:creationId xmlns:a16="http://schemas.microsoft.com/office/drawing/2014/main" id="{53241506-99BF-D367-0AEB-686C06D10207}"/>
              </a:ext>
            </a:extLst>
          </p:cNvPr>
          <p:cNvSpPr>
            <a:spLocks noGrp="1"/>
          </p:cNvSpPr>
          <p:nvPr>
            <p:ph sz="half" idx="2"/>
          </p:nvPr>
        </p:nvSpPr>
        <p:spPr>
          <a:xfrm>
            <a:off x="6172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日付プレースホルダー 4">
            <a:extLst>
              <a:ext uri="{FF2B5EF4-FFF2-40B4-BE49-F238E27FC236}">
                <a16:creationId xmlns:a16="http://schemas.microsoft.com/office/drawing/2014/main" id="{27DAA562-74EB-0F81-9B4A-107C5F26E1FC}"/>
              </a:ext>
            </a:extLst>
          </p:cNvPr>
          <p:cNvSpPr>
            <a:spLocks noGrp="1"/>
          </p:cNvSpPr>
          <p:nvPr>
            <p:ph type="dt" sz="half" idx="10"/>
          </p:nvPr>
        </p:nvSpPr>
        <p:spPr/>
        <p:txBody>
          <a:bodyPr/>
          <a:lstStyle/>
          <a:p>
            <a:fld id="{2782E2D9-DC43-4285-B433-4B4478FD1B66}" type="datetime1">
              <a:rPr kumimoji="1" lang="ja-JP" altLang="en-US" smtClean="0"/>
              <a:t>2025/3/19</a:t>
            </a:fld>
            <a:endParaRPr kumimoji="1" lang="ja-JP" altLang="en-US"/>
          </a:p>
        </p:txBody>
      </p:sp>
      <p:sp>
        <p:nvSpPr>
          <p:cNvPr id="6" name="フッター プレースホルダー 5">
            <a:extLst>
              <a:ext uri="{FF2B5EF4-FFF2-40B4-BE49-F238E27FC236}">
                <a16:creationId xmlns:a16="http://schemas.microsoft.com/office/drawing/2014/main" id="{4598DDAF-8DF4-C1F6-E7AA-B030369ADD74}"/>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7CB071A1-4A65-6C7A-3A9E-71D61ABF15DB}"/>
              </a:ext>
            </a:extLst>
          </p:cNvPr>
          <p:cNvSpPr>
            <a:spLocks noGrp="1"/>
          </p:cNvSpPr>
          <p:nvPr>
            <p:ph type="sldNum" sz="quarter" idx="12"/>
          </p:nvPr>
        </p:nvSpPr>
        <p:spPr/>
        <p:txBody>
          <a:bodyPr/>
          <a:lstStyle/>
          <a:p>
            <a:fld id="{A47ACDBF-E3C6-4DD5-8189-300D63B6E3FF}" type="slidenum">
              <a:rPr kumimoji="1" lang="ja-JP" altLang="en-US" smtClean="0"/>
              <a:t>‹#›</a:t>
            </a:fld>
            <a:endParaRPr kumimoji="1" lang="ja-JP" altLang="en-US"/>
          </a:p>
        </p:txBody>
      </p:sp>
    </p:spTree>
    <p:extLst>
      <p:ext uri="{BB962C8B-B14F-4D97-AF65-F5344CB8AC3E}">
        <p14:creationId xmlns:p14="http://schemas.microsoft.com/office/powerpoint/2010/main" val="339117245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BB6A20F-60B9-0F94-F1BD-98645425FB9C}"/>
              </a:ext>
            </a:extLst>
          </p:cNvPr>
          <p:cNvSpPr>
            <a:spLocks noGrp="1"/>
          </p:cNvSpPr>
          <p:nvPr>
            <p:ph type="title"/>
          </p:nvPr>
        </p:nvSpPr>
        <p:spPr>
          <a:xfrm>
            <a:off x="839788" y="365125"/>
            <a:ext cx="10515600" cy="1325563"/>
          </a:xfrm>
        </p:spPr>
        <p:txBody>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3D4CCB9B-CFEF-7B67-4FE3-87A36BD922A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4" name="コンテンツ プレースホルダー 3">
            <a:extLst>
              <a:ext uri="{FF2B5EF4-FFF2-40B4-BE49-F238E27FC236}">
                <a16:creationId xmlns:a16="http://schemas.microsoft.com/office/drawing/2014/main" id="{279B57CB-13FC-077C-EE1C-CD8EFFD0670D}"/>
              </a:ext>
            </a:extLst>
          </p:cNvPr>
          <p:cNvSpPr>
            <a:spLocks noGrp="1"/>
          </p:cNvSpPr>
          <p:nvPr>
            <p:ph sz="half" idx="2"/>
          </p:nvPr>
        </p:nvSpPr>
        <p:spPr>
          <a:xfrm>
            <a:off x="839788" y="2505075"/>
            <a:ext cx="5157787"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テキスト プレースホルダー 4">
            <a:extLst>
              <a:ext uri="{FF2B5EF4-FFF2-40B4-BE49-F238E27FC236}">
                <a16:creationId xmlns:a16="http://schemas.microsoft.com/office/drawing/2014/main" id="{B8E63A0A-27EE-E5A2-8BA0-5D286148C63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6" name="コンテンツ プレースホルダー 5">
            <a:extLst>
              <a:ext uri="{FF2B5EF4-FFF2-40B4-BE49-F238E27FC236}">
                <a16:creationId xmlns:a16="http://schemas.microsoft.com/office/drawing/2014/main" id="{D862AF29-0F05-8D6B-E30A-F5DA33751966}"/>
              </a:ext>
            </a:extLst>
          </p:cNvPr>
          <p:cNvSpPr>
            <a:spLocks noGrp="1"/>
          </p:cNvSpPr>
          <p:nvPr>
            <p:ph sz="quarter" idx="4"/>
          </p:nvPr>
        </p:nvSpPr>
        <p:spPr>
          <a:xfrm>
            <a:off x="6172200" y="2505075"/>
            <a:ext cx="5183188"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7" name="日付プレースホルダー 6">
            <a:extLst>
              <a:ext uri="{FF2B5EF4-FFF2-40B4-BE49-F238E27FC236}">
                <a16:creationId xmlns:a16="http://schemas.microsoft.com/office/drawing/2014/main" id="{AD732D98-5015-D342-23C5-E36E7D5744BC}"/>
              </a:ext>
            </a:extLst>
          </p:cNvPr>
          <p:cNvSpPr>
            <a:spLocks noGrp="1"/>
          </p:cNvSpPr>
          <p:nvPr>
            <p:ph type="dt" sz="half" idx="10"/>
          </p:nvPr>
        </p:nvSpPr>
        <p:spPr/>
        <p:txBody>
          <a:bodyPr/>
          <a:lstStyle/>
          <a:p>
            <a:fld id="{BFD40FC3-3C6C-40A0-BC2D-484F870AB633}" type="datetime1">
              <a:rPr kumimoji="1" lang="ja-JP" altLang="en-US" smtClean="0"/>
              <a:t>2025/3/19</a:t>
            </a:fld>
            <a:endParaRPr kumimoji="1" lang="ja-JP" altLang="en-US"/>
          </a:p>
        </p:txBody>
      </p:sp>
      <p:sp>
        <p:nvSpPr>
          <p:cNvPr id="8" name="フッター プレースホルダー 7">
            <a:extLst>
              <a:ext uri="{FF2B5EF4-FFF2-40B4-BE49-F238E27FC236}">
                <a16:creationId xmlns:a16="http://schemas.microsoft.com/office/drawing/2014/main" id="{92A7DDEC-9CBB-FB09-535B-C3392CE3169E}"/>
              </a:ext>
            </a:extLst>
          </p:cNvPr>
          <p:cNvSpPr>
            <a:spLocks noGrp="1"/>
          </p:cNvSpPr>
          <p:nvPr>
            <p:ph type="ftr" sz="quarter" idx="11"/>
          </p:nvPr>
        </p:nvSpPr>
        <p:spPr/>
        <p:txBody>
          <a:bodyPr/>
          <a:lstStyle/>
          <a:p>
            <a:endParaRPr kumimoji="1" lang="ja-JP" altLang="en-US"/>
          </a:p>
        </p:txBody>
      </p:sp>
      <p:sp>
        <p:nvSpPr>
          <p:cNvPr id="9" name="スライド番号プレースホルダー 8">
            <a:extLst>
              <a:ext uri="{FF2B5EF4-FFF2-40B4-BE49-F238E27FC236}">
                <a16:creationId xmlns:a16="http://schemas.microsoft.com/office/drawing/2014/main" id="{CEBD48FF-E4D2-6CFE-0988-4453263EA0E5}"/>
              </a:ext>
            </a:extLst>
          </p:cNvPr>
          <p:cNvSpPr>
            <a:spLocks noGrp="1"/>
          </p:cNvSpPr>
          <p:nvPr>
            <p:ph type="sldNum" sz="quarter" idx="12"/>
          </p:nvPr>
        </p:nvSpPr>
        <p:spPr/>
        <p:txBody>
          <a:bodyPr/>
          <a:lstStyle/>
          <a:p>
            <a:fld id="{A47ACDBF-E3C6-4DD5-8189-300D63B6E3FF}" type="slidenum">
              <a:rPr kumimoji="1" lang="ja-JP" altLang="en-US" smtClean="0"/>
              <a:t>‹#›</a:t>
            </a:fld>
            <a:endParaRPr kumimoji="1" lang="ja-JP" altLang="en-US"/>
          </a:p>
        </p:txBody>
      </p:sp>
    </p:spTree>
    <p:extLst>
      <p:ext uri="{BB962C8B-B14F-4D97-AF65-F5344CB8AC3E}">
        <p14:creationId xmlns:p14="http://schemas.microsoft.com/office/powerpoint/2010/main" val="179756003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CA0887E-DA19-96B6-69EB-6E4E4BF6EE58}"/>
              </a:ext>
            </a:extLst>
          </p:cNvPr>
          <p:cNvSpPr>
            <a:spLocks noGrp="1"/>
          </p:cNvSpPr>
          <p:nvPr>
            <p:ph type="title"/>
          </p:nvPr>
        </p:nvSpPr>
        <p:spPr/>
        <p:txBody>
          <a:bodyPr/>
          <a:lstStyle/>
          <a:p>
            <a:r>
              <a:rPr kumimoji="1" lang="ja-JP" altLang="en-US"/>
              <a:t>マスター タイトルの書式設定</a:t>
            </a:r>
          </a:p>
        </p:txBody>
      </p:sp>
      <p:sp>
        <p:nvSpPr>
          <p:cNvPr id="3" name="日付プレースホルダー 2">
            <a:extLst>
              <a:ext uri="{FF2B5EF4-FFF2-40B4-BE49-F238E27FC236}">
                <a16:creationId xmlns:a16="http://schemas.microsoft.com/office/drawing/2014/main" id="{CA127FFF-9CA8-70F5-681B-4A04BF093ED7}"/>
              </a:ext>
            </a:extLst>
          </p:cNvPr>
          <p:cNvSpPr>
            <a:spLocks noGrp="1"/>
          </p:cNvSpPr>
          <p:nvPr>
            <p:ph type="dt" sz="half" idx="10"/>
          </p:nvPr>
        </p:nvSpPr>
        <p:spPr/>
        <p:txBody>
          <a:bodyPr/>
          <a:lstStyle/>
          <a:p>
            <a:fld id="{C5C57BFA-0C41-40FA-828A-0A50CD4FC7D4}" type="datetime1">
              <a:rPr kumimoji="1" lang="ja-JP" altLang="en-US" smtClean="0"/>
              <a:t>2025/3/19</a:t>
            </a:fld>
            <a:endParaRPr kumimoji="1" lang="ja-JP" altLang="en-US"/>
          </a:p>
        </p:txBody>
      </p:sp>
      <p:sp>
        <p:nvSpPr>
          <p:cNvPr id="4" name="フッター プレースホルダー 3">
            <a:extLst>
              <a:ext uri="{FF2B5EF4-FFF2-40B4-BE49-F238E27FC236}">
                <a16:creationId xmlns:a16="http://schemas.microsoft.com/office/drawing/2014/main" id="{7141AC1E-1010-9EF1-6FE2-3BE3196A9EE2}"/>
              </a:ext>
            </a:extLst>
          </p:cNvPr>
          <p:cNvSpPr>
            <a:spLocks noGrp="1"/>
          </p:cNvSpPr>
          <p:nvPr>
            <p:ph type="ftr" sz="quarter" idx="11"/>
          </p:nvPr>
        </p:nvSpPr>
        <p:spPr/>
        <p:txBody>
          <a:bodyPr/>
          <a:lstStyle/>
          <a:p>
            <a:endParaRPr kumimoji="1" lang="ja-JP" altLang="en-US"/>
          </a:p>
        </p:txBody>
      </p:sp>
      <p:sp>
        <p:nvSpPr>
          <p:cNvPr id="5" name="スライド番号プレースホルダー 4">
            <a:extLst>
              <a:ext uri="{FF2B5EF4-FFF2-40B4-BE49-F238E27FC236}">
                <a16:creationId xmlns:a16="http://schemas.microsoft.com/office/drawing/2014/main" id="{F1B2BA10-E986-0921-E009-254EBE5BEB78}"/>
              </a:ext>
            </a:extLst>
          </p:cNvPr>
          <p:cNvSpPr>
            <a:spLocks noGrp="1"/>
          </p:cNvSpPr>
          <p:nvPr>
            <p:ph type="sldNum" sz="quarter" idx="12"/>
          </p:nvPr>
        </p:nvSpPr>
        <p:spPr/>
        <p:txBody>
          <a:bodyPr/>
          <a:lstStyle/>
          <a:p>
            <a:fld id="{A47ACDBF-E3C6-4DD5-8189-300D63B6E3FF}" type="slidenum">
              <a:rPr kumimoji="1" lang="ja-JP" altLang="en-US" smtClean="0"/>
              <a:t>‹#›</a:t>
            </a:fld>
            <a:endParaRPr kumimoji="1" lang="ja-JP" altLang="en-US"/>
          </a:p>
        </p:txBody>
      </p:sp>
    </p:spTree>
    <p:extLst>
      <p:ext uri="{BB962C8B-B14F-4D97-AF65-F5344CB8AC3E}">
        <p14:creationId xmlns:p14="http://schemas.microsoft.com/office/powerpoint/2010/main" val="208716046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a:extLst>
              <a:ext uri="{FF2B5EF4-FFF2-40B4-BE49-F238E27FC236}">
                <a16:creationId xmlns:a16="http://schemas.microsoft.com/office/drawing/2014/main" id="{C92AE6A8-7797-949A-B4C3-E1AEE7306976}"/>
              </a:ext>
            </a:extLst>
          </p:cNvPr>
          <p:cNvSpPr>
            <a:spLocks noGrp="1"/>
          </p:cNvSpPr>
          <p:nvPr>
            <p:ph type="dt" sz="half" idx="10"/>
          </p:nvPr>
        </p:nvSpPr>
        <p:spPr/>
        <p:txBody>
          <a:bodyPr/>
          <a:lstStyle/>
          <a:p>
            <a:fld id="{D384AC03-BB20-4234-89D6-4D889649DC5E}" type="datetime1">
              <a:rPr kumimoji="1" lang="ja-JP" altLang="en-US" smtClean="0"/>
              <a:t>2025/3/19</a:t>
            </a:fld>
            <a:endParaRPr kumimoji="1" lang="ja-JP" altLang="en-US"/>
          </a:p>
        </p:txBody>
      </p:sp>
      <p:sp>
        <p:nvSpPr>
          <p:cNvPr id="3" name="フッター プレースホルダー 2">
            <a:extLst>
              <a:ext uri="{FF2B5EF4-FFF2-40B4-BE49-F238E27FC236}">
                <a16:creationId xmlns:a16="http://schemas.microsoft.com/office/drawing/2014/main" id="{48B276CC-3815-89E8-7964-BD2A8521483C}"/>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E587FC62-C355-6B4B-A1EF-94A420D42CF7}"/>
              </a:ext>
            </a:extLst>
          </p:cNvPr>
          <p:cNvSpPr>
            <a:spLocks noGrp="1"/>
          </p:cNvSpPr>
          <p:nvPr>
            <p:ph type="sldNum" sz="quarter" idx="12"/>
          </p:nvPr>
        </p:nvSpPr>
        <p:spPr/>
        <p:txBody>
          <a:bodyPr/>
          <a:lstStyle/>
          <a:p>
            <a:fld id="{A47ACDBF-E3C6-4DD5-8189-300D63B6E3FF}" type="slidenum">
              <a:rPr kumimoji="1" lang="ja-JP" altLang="en-US" smtClean="0"/>
              <a:t>‹#›</a:t>
            </a:fld>
            <a:endParaRPr kumimoji="1" lang="ja-JP" altLang="en-US"/>
          </a:p>
        </p:txBody>
      </p:sp>
    </p:spTree>
    <p:extLst>
      <p:ext uri="{BB962C8B-B14F-4D97-AF65-F5344CB8AC3E}">
        <p14:creationId xmlns:p14="http://schemas.microsoft.com/office/powerpoint/2010/main" val="199042049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C17D32E-6A35-1E53-9090-3127C6598438}"/>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D1435892-C418-FDEA-69EC-3ECC297C9D1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テキスト プレースホルダー 3">
            <a:extLst>
              <a:ext uri="{FF2B5EF4-FFF2-40B4-BE49-F238E27FC236}">
                <a16:creationId xmlns:a16="http://schemas.microsoft.com/office/drawing/2014/main" id="{98DF1E05-9143-3552-47D2-95FA63D0E9F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CA52B246-95E2-FC19-DA25-2841238779A0}"/>
              </a:ext>
            </a:extLst>
          </p:cNvPr>
          <p:cNvSpPr>
            <a:spLocks noGrp="1"/>
          </p:cNvSpPr>
          <p:nvPr>
            <p:ph type="dt" sz="half" idx="10"/>
          </p:nvPr>
        </p:nvSpPr>
        <p:spPr/>
        <p:txBody>
          <a:bodyPr/>
          <a:lstStyle/>
          <a:p>
            <a:fld id="{696601BE-EC10-48D2-B5D4-64431D62C59C}" type="datetime1">
              <a:rPr kumimoji="1" lang="ja-JP" altLang="en-US" smtClean="0"/>
              <a:t>2025/3/19</a:t>
            </a:fld>
            <a:endParaRPr kumimoji="1" lang="ja-JP" altLang="en-US"/>
          </a:p>
        </p:txBody>
      </p:sp>
      <p:sp>
        <p:nvSpPr>
          <p:cNvPr id="6" name="フッター プレースホルダー 5">
            <a:extLst>
              <a:ext uri="{FF2B5EF4-FFF2-40B4-BE49-F238E27FC236}">
                <a16:creationId xmlns:a16="http://schemas.microsoft.com/office/drawing/2014/main" id="{2EE8A50D-38C9-755E-9FED-FDF115958032}"/>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BC476C18-B56B-62B0-539A-459392CBEA2E}"/>
              </a:ext>
            </a:extLst>
          </p:cNvPr>
          <p:cNvSpPr>
            <a:spLocks noGrp="1"/>
          </p:cNvSpPr>
          <p:nvPr>
            <p:ph type="sldNum" sz="quarter" idx="12"/>
          </p:nvPr>
        </p:nvSpPr>
        <p:spPr/>
        <p:txBody>
          <a:bodyPr/>
          <a:lstStyle/>
          <a:p>
            <a:fld id="{A47ACDBF-E3C6-4DD5-8189-300D63B6E3FF}" type="slidenum">
              <a:rPr kumimoji="1" lang="ja-JP" altLang="en-US" smtClean="0"/>
              <a:t>‹#›</a:t>
            </a:fld>
            <a:endParaRPr kumimoji="1" lang="ja-JP" altLang="en-US"/>
          </a:p>
        </p:txBody>
      </p:sp>
    </p:spTree>
    <p:extLst>
      <p:ext uri="{BB962C8B-B14F-4D97-AF65-F5344CB8AC3E}">
        <p14:creationId xmlns:p14="http://schemas.microsoft.com/office/powerpoint/2010/main" val="116255128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075C1D2-C43E-A31F-E052-0FD8A29507D1}"/>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図プレースホルダー 2">
            <a:extLst>
              <a:ext uri="{FF2B5EF4-FFF2-40B4-BE49-F238E27FC236}">
                <a16:creationId xmlns:a16="http://schemas.microsoft.com/office/drawing/2014/main" id="{8FC075A8-610B-CD3E-24C8-EE0AD67E7BD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ー 3">
            <a:extLst>
              <a:ext uri="{FF2B5EF4-FFF2-40B4-BE49-F238E27FC236}">
                <a16:creationId xmlns:a16="http://schemas.microsoft.com/office/drawing/2014/main" id="{D52ABB71-9E49-9F7A-87C6-053AD1597A5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144ECE05-F333-A08A-A6F7-D303FCE32D01}"/>
              </a:ext>
            </a:extLst>
          </p:cNvPr>
          <p:cNvSpPr>
            <a:spLocks noGrp="1"/>
          </p:cNvSpPr>
          <p:nvPr>
            <p:ph type="dt" sz="half" idx="10"/>
          </p:nvPr>
        </p:nvSpPr>
        <p:spPr/>
        <p:txBody>
          <a:bodyPr/>
          <a:lstStyle/>
          <a:p>
            <a:fld id="{B26A3385-E4DB-4AAB-B397-977DD847F57A}" type="datetime1">
              <a:rPr kumimoji="1" lang="ja-JP" altLang="en-US" smtClean="0"/>
              <a:t>2025/3/19</a:t>
            </a:fld>
            <a:endParaRPr kumimoji="1" lang="ja-JP" altLang="en-US"/>
          </a:p>
        </p:txBody>
      </p:sp>
      <p:sp>
        <p:nvSpPr>
          <p:cNvPr id="6" name="フッター プレースホルダー 5">
            <a:extLst>
              <a:ext uri="{FF2B5EF4-FFF2-40B4-BE49-F238E27FC236}">
                <a16:creationId xmlns:a16="http://schemas.microsoft.com/office/drawing/2014/main" id="{5118FBC9-46E3-80C3-09EA-92CEF24CBDAF}"/>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DEEDCAF2-5FBE-9B63-21F5-6226DE38D1FB}"/>
              </a:ext>
            </a:extLst>
          </p:cNvPr>
          <p:cNvSpPr>
            <a:spLocks noGrp="1"/>
          </p:cNvSpPr>
          <p:nvPr>
            <p:ph type="sldNum" sz="quarter" idx="12"/>
          </p:nvPr>
        </p:nvSpPr>
        <p:spPr/>
        <p:txBody>
          <a:bodyPr/>
          <a:lstStyle/>
          <a:p>
            <a:fld id="{A47ACDBF-E3C6-4DD5-8189-300D63B6E3FF}" type="slidenum">
              <a:rPr kumimoji="1" lang="ja-JP" altLang="en-US" smtClean="0"/>
              <a:t>‹#›</a:t>
            </a:fld>
            <a:endParaRPr kumimoji="1" lang="ja-JP" altLang="en-US"/>
          </a:p>
        </p:txBody>
      </p:sp>
    </p:spTree>
    <p:extLst>
      <p:ext uri="{BB962C8B-B14F-4D97-AF65-F5344CB8AC3E}">
        <p14:creationId xmlns:p14="http://schemas.microsoft.com/office/powerpoint/2010/main" val="34183354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FA2AF27-DD3A-434F-FE2A-4C7D22E49D88}"/>
              </a:ext>
            </a:extLst>
          </p:cNvPr>
          <p:cNvSpPr>
            <a:spLocks noGrp="1"/>
          </p:cNvSpPr>
          <p:nvPr>
            <p:ph type="title"/>
          </p:nvPr>
        </p:nvSpPr>
        <p:spPr/>
        <p:txBody>
          <a:bodyPr/>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D40874D7-A578-AEFE-612E-7408D5975B02}"/>
              </a:ext>
            </a:extLst>
          </p:cNvPr>
          <p:cNvSpPr>
            <a:spLocks noGrp="1"/>
          </p:cNvSpPr>
          <p:nvPr>
            <p:ph type="body" orient="vert" idx="1"/>
          </p:nvPr>
        </p:nvSpPr>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5F145D8F-AF0F-0A0C-8F5F-9B73669E3C09}"/>
              </a:ext>
            </a:extLst>
          </p:cNvPr>
          <p:cNvSpPr>
            <a:spLocks noGrp="1"/>
          </p:cNvSpPr>
          <p:nvPr>
            <p:ph type="dt" sz="half" idx="10"/>
          </p:nvPr>
        </p:nvSpPr>
        <p:spPr/>
        <p:txBody>
          <a:bodyPr/>
          <a:lstStyle/>
          <a:p>
            <a:fld id="{86A93707-989F-421A-9B92-627F658D93FC}" type="datetime1">
              <a:rPr kumimoji="1" lang="ja-JP" altLang="en-US" smtClean="0"/>
              <a:t>2025/3/19</a:t>
            </a:fld>
            <a:endParaRPr kumimoji="1" lang="ja-JP" altLang="en-US"/>
          </a:p>
        </p:txBody>
      </p:sp>
      <p:sp>
        <p:nvSpPr>
          <p:cNvPr id="5" name="フッター プレースホルダー 4">
            <a:extLst>
              <a:ext uri="{FF2B5EF4-FFF2-40B4-BE49-F238E27FC236}">
                <a16:creationId xmlns:a16="http://schemas.microsoft.com/office/drawing/2014/main" id="{0E270CE6-607B-CC20-8A05-D41AC8B36EFD}"/>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D7784B3B-7C31-8760-36E8-2CA63C7DC2F6}"/>
              </a:ext>
            </a:extLst>
          </p:cNvPr>
          <p:cNvSpPr>
            <a:spLocks noGrp="1"/>
          </p:cNvSpPr>
          <p:nvPr>
            <p:ph type="sldNum" sz="quarter" idx="12"/>
          </p:nvPr>
        </p:nvSpPr>
        <p:spPr/>
        <p:txBody>
          <a:bodyPr/>
          <a:lstStyle/>
          <a:p>
            <a:fld id="{A47ACDBF-E3C6-4DD5-8189-300D63B6E3FF}" type="slidenum">
              <a:rPr kumimoji="1" lang="ja-JP" altLang="en-US" smtClean="0"/>
              <a:t>‹#›</a:t>
            </a:fld>
            <a:endParaRPr kumimoji="1" lang="ja-JP" altLang="en-US"/>
          </a:p>
        </p:txBody>
      </p:sp>
    </p:spTree>
    <p:extLst>
      <p:ext uri="{BB962C8B-B14F-4D97-AF65-F5344CB8AC3E}">
        <p14:creationId xmlns:p14="http://schemas.microsoft.com/office/powerpoint/2010/main" val="58084410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a:extLst>
              <a:ext uri="{FF2B5EF4-FFF2-40B4-BE49-F238E27FC236}">
                <a16:creationId xmlns:a16="http://schemas.microsoft.com/office/drawing/2014/main" id="{619CDDED-4EB6-E488-7EB8-922B4F607530}"/>
              </a:ext>
            </a:extLst>
          </p:cNvPr>
          <p:cNvSpPr>
            <a:spLocks noGrp="1"/>
          </p:cNvSpPr>
          <p:nvPr>
            <p:ph type="title" orient="vert"/>
          </p:nvPr>
        </p:nvSpPr>
        <p:spPr>
          <a:xfrm>
            <a:off x="8724900" y="365125"/>
            <a:ext cx="2628900" cy="5811838"/>
          </a:xfrm>
        </p:spPr>
        <p:txBody>
          <a:bodyPr vert="eaVert"/>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8C440F41-F54A-2AC0-236B-8DCEA57C1019}"/>
              </a:ext>
            </a:extLst>
          </p:cNvPr>
          <p:cNvSpPr>
            <a:spLocks noGrp="1"/>
          </p:cNvSpPr>
          <p:nvPr>
            <p:ph type="body" orient="vert" idx="1"/>
          </p:nvPr>
        </p:nvSpPr>
        <p:spPr>
          <a:xfrm>
            <a:off x="838200" y="365125"/>
            <a:ext cx="7734300" cy="5811838"/>
          </a:xfrm>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89C653DF-9E4B-2273-922F-7FCF21FC65EE}"/>
              </a:ext>
            </a:extLst>
          </p:cNvPr>
          <p:cNvSpPr>
            <a:spLocks noGrp="1"/>
          </p:cNvSpPr>
          <p:nvPr>
            <p:ph type="dt" sz="half" idx="10"/>
          </p:nvPr>
        </p:nvSpPr>
        <p:spPr/>
        <p:txBody>
          <a:bodyPr/>
          <a:lstStyle/>
          <a:p>
            <a:fld id="{4A14197B-0E17-4FD4-B227-2023A498DEEF}" type="datetime1">
              <a:rPr kumimoji="1" lang="ja-JP" altLang="en-US" smtClean="0"/>
              <a:t>2025/3/19</a:t>
            </a:fld>
            <a:endParaRPr kumimoji="1" lang="ja-JP" altLang="en-US"/>
          </a:p>
        </p:txBody>
      </p:sp>
      <p:sp>
        <p:nvSpPr>
          <p:cNvPr id="5" name="フッター プレースホルダー 4">
            <a:extLst>
              <a:ext uri="{FF2B5EF4-FFF2-40B4-BE49-F238E27FC236}">
                <a16:creationId xmlns:a16="http://schemas.microsoft.com/office/drawing/2014/main" id="{34261330-4D2D-BD26-F4A7-46DCE1B467C0}"/>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B282B8E4-921E-A54F-6025-0A3B6C1E2DC9}"/>
              </a:ext>
            </a:extLst>
          </p:cNvPr>
          <p:cNvSpPr>
            <a:spLocks noGrp="1"/>
          </p:cNvSpPr>
          <p:nvPr>
            <p:ph type="sldNum" sz="quarter" idx="12"/>
          </p:nvPr>
        </p:nvSpPr>
        <p:spPr/>
        <p:txBody>
          <a:bodyPr/>
          <a:lstStyle/>
          <a:p>
            <a:fld id="{A47ACDBF-E3C6-4DD5-8189-300D63B6E3FF}" type="slidenum">
              <a:rPr kumimoji="1" lang="ja-JP" altLang="en-US" smtClean="0"/>
              <a:t>‹#›</a:t>
            </a:fld>
            <a:endParaRPr kumimoji="1" lang="ja-JP" altLang="en-US"/>
          </a:p>
        </p:txBody>
      </p:sp>
    </p:spTree>
    <p:extLst>
      <p:ext uri="{BB962C8B-B14F-4D97-AF65-F5344CB8AC3E}">
        <p14:creationId xmlns:p14="http://schemas.microsoft.com/office/powerpoint/2010/main" val="420446671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ー 1">
            <a:extLst>
              <a:ext uri="{FF2B5EF4-FFF2-40B4-BE49-F238E27FC236}">
                <a16:creationId xmlns:a16="http://schemas.microsoft.com/office/drawing/2014/main" id="{ECE60F39-A1FF-1745-1E9A-B9B50E64283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28800514-4B0E-38E5-F07A-15B5A3A184A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D9EA828E-5038-7070-5049-DD5B7E4C205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479EC85-C4D6-484F-B8BD-21C51F8573B7}" type="datetime1">
              <a:rPr kumimoji="1" lang="ja-JP" altLang="en-US" smtClean="0"/>
              <a:t>2025/3/19</a:t>
            </a:fld>
            <a:endParaRPr kumimoji="1" lang="ja-JP" altLang="en-US"/>
          </a:p>
        </p:txBody>
      </p:sp>
      <p:sp>
        <p:nvSpPr>
          <p:cNvPr id="5" name="フッター プレースホルダー 4">
            <a:extLst>
              <a:ext uri="{FF2B5EF4-FFF2-40B4-BE49-F238E27FC236}">
                <a16:creationId xmlns:a16="http://schemas.microsoft.com/office/drawing/2014/main" id="{5A0596C1-67E2-34FB-B693-6C0D1CAD23A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ja-JP" altLang="en-US"/>
          </a:p>
        </p:txBody>
      </p:sp>
      <p:sp>
        <p:nvSpPr>
          <p:cNvPr id="6" name="スライド番号プレースホルダー 5">
            <a:extLst>
              <a:ext uri="{FF2B5EF4-FFF2-40B4-BE49-F238E27FC236}">
                <a16:creationId xmlns:a16="http://schemas.microsoft.com/office/drawing/2014/main" id="{0BF81426-B2B2-93AE-1B33-094FB518716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47ACDBF-E3C6-4DD5-8189-300D63B6E3FF}" type="slidenum">
              <a:rPr kumimoji="1" lang="ja-JP" altLang="en-US" smtClean="0"/>
              <a:t>‹#›</a:t>
            </a:fld>
            <a:endParaRPr kumimoji="1" lang="ja-JP" altLang="en-US"/>
          </a:p>
        </p:txBody>
      </p:sp>
    </p:spTree>
    <p:extLst>
      <p:ext uri="{BB962C8B-B14F-4D97-AF65-F5344CB8AC3E}">
        <p14:creationId xmlns:p14="http://schemas.microsoft.com/office/powerpoint/2010/main" val="266072843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矢印: 五方向 14">
            <a:extLst>
              <a:ext uri="{FF2B5EF4-FFF2-40B4-BE49-F238E27FC236}">
                <a16:creationId xmlns:a16="http://schemas.microsoft.com/office/drawing/2014/main" id="{C14EC6B0-D290-A7AC-C45E-D536E943D9EF}"/>
              </a:ext>
            </a:extLst>
          </p:cNvPr>
          <p:cNvSpPr/>
          <p:nvPr/>
        </p:nvSpPr>
        <p:spPr>
          <a:xfrm>
            <a:off x="9423133" y="2084820"/>
            <a:ext cx="1992430" cy="1174282"/>
          </a:xfrm>
          <a:prstGeom prst="homePlate">
            <a:avLst>
              <a:gd name="adj" fmla="val 27869"/>
            </a:avLst>
          </a:prstGeom>
          <a:solidFill>
            <a:srgbClr val="12B3C7"/>
          </a:solid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2" name="タイトル 1">
            <a:extLst>
              <a:ext uri="{FF2B5EF4-FFF2-40B4-BE49-F238E27FC236}">
                <a16:creationId xmlns:a16="http://schemas.microsoft.com/office/drawing/2014/main" id="{F8F69F52-F7A3-C7FD-E340-6C66D6D7997E}"/>
              </a:ext>
            </a:extLst>
          </p:cNvPr>
          <p:cNvSpPr>
            <a:spLocks noGrp="1"/>
          </p:cNvSpPr>
          <p:nvPr>
            <p:ph type="title"/>
          </p:nvPr>
        </p:nvSpPr>
        <p:spPr/>
        <p:txBody>
          <a:bodyPr/>
          <a:lstStyle/>
          <a:p>
            <a:r>
              <a:rPr kumimoji="1" lang="ja-JP" altLang="en-US" dirty="0"/>
              <a:t>スライド部品</a:t>
            </a:r>
          </a:p>
        </p:txBody>
      </p:sp>
      <p:sp>
        <p:nvSpPr>
          <p:cNvPr id="4" name="正方形/長方形 3">
            <a:extLst>
              <a:ext uri="{FF2B5EF4-FFF2-40B4-BE49-F238E27FC236}">
                <a16:creationId xmlns:a16="http://schemas.microsoft.com/office/drawing/2014/main" id="{222C6294-FAC4-201F-9D3B-29AD7810532B}"/>
              </a:ext>
            </a:extLst>
          </p:cNvPr>
          <p:cNvSpPr/>
          <p:nvPr/>
        </p:nvSpPr>
        <p:spPr>
          <a:xfrm>
            <a:off x="1174282" y="2502568"/>
            <a:ext cx="2069432" cy="529390"/>
          </a:xfrm>
          <a:prstGeom prst="rect">
            <a:avLst/>
          </a:prstGeom>
          <a:solidFill>
            <a:srgbClr val="12B3C7"/>
          </a:solidFill>
          <a:ln w="38100">
            <a:solidFill>
              <a:srgbClr val="12B3C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2000" b="1" dirty="0"/>
              <a:t>あああ</a:t>
            </a:r>
          </a:p>
        </p:txBody>
      </p:sp>
      <p:sp>
        <p:nvSpPr>
          <p:cNvPr id="5" name="正方形/長方形 4">
            <a:extLst>
              <a:ext uri="{FF2B5EF4-FFF2-40B4-BE49-F238E27FC236}">
                <a16:creationId xmlns:a16="http://schemas.microsoft.com/office/drawing/2014/main" id="{16817C29-A083-ED9F-8C6C-160D69EB8259}"/>
              </a:ext>
            </a:extLst>
          </p:cNvPr>
          <p:cNvSpPr/>
          <p:nvPr/>
        </p:nvSpPr>
        <p:spPr>
          <a:xfrm>
            <a:off x="1174282" y="3261509"/>
            <a:ext cx="2069432" cy="529390"/>
          </a:xfrm>
          <a:prstGeom prst="rect">
            <a:avLst/>
          </a:prstGeom>
          <a:noFill/>
          <a:ln w="38100">
            <a:solidFill>
              <a:srgbClr val="12B3C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2000" b="1" dirty="0">
                <a:solidFill>
                  <a:srgbClr val="12B3C7"/>
                </a:solidFill>
              </a:rPr>
              <a:t>あああ</a:t>
            </a:r>
          </a:p>
        </p:txBody>
      </p:sp>
      <p:sp>
        <p:nvSpPr>
          <p:cNvPr id="6" name="正方形/長方形 5">
            <a:extLst>
              <a:ext uri="{FF2B5EF4-FFF2-40B4-BE49-F238E27FC236}">
                <a16:creationId xmlns:a16="http://schemas.microsoft.com/office/drawing/2014/main" id="{FB96A89B-1F89-61AB-F4D4-B8DFA444F682}"/>
              </a:ext>
            </a:extLst>
          </p:cNvPr>
          <p:cNvSpPr/>
          <p:nvPr/>
        </p:nvSpPr>
        <p:spPr>
          <a:xfrm>
            <a:off x="1174282" y="4044513"/>
            <a:ext cx="2069432" cy="529390"/>
          </a:xfrm>
          <a:prstGeom prst="rect">
            <a:avLst/>
          </a:prstGeom>
          <a:solidFill>
            <a:srgbClr val="4C4948"/>
          </a:solidFill>
          <a:ln w="38100">
            <a:solidFill>
              <a:srgbClr val="4C494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2000" b="1" dirty="0"/>
              <a:t>あああ</a:t>
            </a:r>
          </a:p>
        </p:txBody>
      </p:sp>
      <p:sp>
        <p:nvSpPr>
          <p:cNvPr id="7" name="正方形/長方形 6">
            <a:extLst>
              <a:ext uri="{FF2B5EF4-FFF2-40B4-BE49-F238E27FC236}">
                <a16:creationId xmlns:a16="http://schemas.microsoft.com/office/drawing/2014/main" id="{91668B0D-D5B3-8CF2-FD5E-0745CA77CF42}"/>
              </a:ext>
            </a:extLst>
          </p:cNvPr>
          <p:cNvSpPr/>
          <p:nvPr/>
        </p:nvSpPr>
        <p:spPr>
          <a:xfrm>
            <a:off x="1174282" y="4827517"/>
            <a:ext cx="2069432" cy="529390"/>
          </a:xfrm>
          <a:prstGeom prst="rect">
            <a:avLst/>
          </a:prstGeom>
          <a:noFill/>
          <a:ln w="38100">
            <a:solidFill>
              <a:srgbClr val="4C494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2000" b="1" dirty="0">
                <a:solidFill>
                  <a:srgbClr val="4C4948"/>
                </a:solidFill>
              </a:rPr>
              <a:t>あああ</a:t>
            </a:r>
          </a:p>
        </p:txBody>
      </p:sp>
      <p:sp>
        <p:nvSpPr>
          <p:cNvPr id="8" name="テキスト ボックス 7">
            <a:extLst>
              <a:ext uri="{FF2B5EF4-FFF2-40B4-BE49-F238E27FC236}">
                <a16:creationId xmlns:a16="http://schemas.microsoft.com/office/drawing/2014/main" id="{E10ECA8B-2775-63D7-EA4F-9B11E79671F1}"/>
              </a:ext>
            </a:extLst>
          </p:cNvPr>
          <p:cNvSpPr txBox="1"/>
          <p:nvPr/>
        </p:nvSpPr>
        <p:spPr>
          <a:xfrm>
            <a:off x="5496025" y="2656573"/>
            <a:ext cx="2541070" cy="461665"/>
          </a:xfrm>
          <a:prstGeom prst="rect">
            <a:avLst/>
          </a:prstGeom>
          <a:noFill/>
        </p:spPr>
        <p:txBody>
          <a:bodyPr wrap="square" rtlCol="0">
            <a:spAutoFit/>
          </a:bodyPr>
          <a:lstStyle/>
          <a:p>
            <a:r>
              <a:rPr kumimoji="1" lang="ja-JP" altLang="en-US" sz="2400" dirty="0">
                <a:solidFill>
                  <a:srgbClr val="4C4948"/>
                </a:solidFill>
              </a:rPr>
              <a:t>あああ</a:t>
            </a:r>
          </a:p>
        </p:txBody>
      </p:sp>
      <p:sp>
        <p:nvSpPr>
          <p:cNvPr id="9" name="テキスト ボックス 8">
            <a:extLst>
              <a:ext uri="{FF2B5EF4-FFF2-40B4-BE49-F238E27FC236}">
                <a16:creationId xmlns:a16="http://schemas.microsoft.com/office/drawing/2014/main" id="{68030533-9855-A48B-C732-8295701EE720}"/>
              </a:ext>
            </a:extLst>
          </p:cNvPr>
          <p:cNvSpPr txBox="1"/>
          <p:nvPr/>
        </p:nvSpPr>
        <p:spPr>
          <a:xfrm>
            <a:off x="5496025" y="3261509"/>
            <a:ext cx="2541070" cy="461665"/>
          </a:xfrm>
          <a:prstGeom prst="rect">
            <a:avLst/>
          </a:prstGeom>
          <a:noFill/>
        </p:spPr>
        <p:txBody>
          <a:bodyPr wrap="square" rtlCol="0">
            <a:spAutoFit/>
          </a:bodyPr>
          <a:lstStyle/>
          <a:p>
            <a:r>
              <a:rPr kumimoji="1" lang="ja-JP" altLang="en-US" sz="2400" b="1" dirty="0">
                <a:solidFill>
                  <a:srgbClr val="4C4948"/>
                </a:solidFill>
              </a:rPr>
              <a:t>あああ</a:t>
            </a:r>
          </a:p>
        </p:txBody>
      </p:sp>
      <p:sp>
        <p:nvSpPr>
          <p:cNvPr id="11" name="正方形/長方形 10">
            <a:extLst>
              <a:ext uri="{FF2B5EF4-FFF2-40B4-BE49-F238E27FC236}">
                <a16:creationId xmlns:a16="http://schemas.microsoft.com/office/drawing/2014/main" id="{DA3338C4-8B21-CFC9-39CA-34491F3B45DB}"/>
              </a:ext>
            </a:extLst>
          </p:cNvPr>
          <p:cNvSpPr/>
          <p:nvPr/>
        </p:nvSpPr>
        <p:spPr>
          <a:xfrm>
            <a:off x="3771499" y="4044513"/>
            <a:ext cx="2069432" cy="529390"/>
          </a:xfrm>
          <a:prstGeom prst="rect">
            <a:avLst/>
          </a:prstGeom>
          <a:solidFill>
            <a:schemeClr val="bg2">
              <a:lumMod val="90000"/>
            </a:schemeClr>
          </a:solidFill>
          <a:ln w="38100">
            <a:solidFill>
              <a:schemeClr val="bg2">
                <a:lumMod val="9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2000" b="1" dirty="0">
                <a:solidFill>
                  <a:srgbClr val="4C4948"/>
                </a:solidFill>
              </a:rPr>
              <a:t>あああ</a:t>
            </a:r>
          </a:p>
        </p:txBody>
      </p:sp>
      <p:sp>
        <p:nvSpPr>
          <p:cNvPr id="14" name="矢印: 下 13">
            <a:extLst>
              <a:ext uri="{FF2B5EF4-FFF2-40B4-BE49-F238E27FC236}">
                <a16:creationId xmlns:a16="http://schemas.microsoft.com/office/drawing/2014/main" id="{68C4254C-3B77-108B-0700-83953592CBE6}"/>
              </a:ext>
            </a:extLst>
          </p:cNvPr>
          <p:cNvSpPr/>
          <p:nvPr/>
        </p:nvSpPr>
        <p:spPr>
          <a:xfrm rot="16200000">
            <a:off x="7204510" y="4697576"/>
            <a:ext cx="702644" cy="962526"/>
          </a:xfrm>
          <a:prstGeom prst="downArrow">
            <a:avLst/>
          </a:prstGeom>
          <a:solidFill>
            <a:srgbClr val="4C4948"/>
          </a:solidFill>
          <a:ln>
            <a:solidFill>
              <a:srgbClr val="4C494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17" name="スライド番号プレースホルダー 16">
            <a:extLst>
              <a:ext uri="{FF2B5EF4-FFF2-40B4-BE49-F238E27FC236}">
                <a16:creationId xmlns:a16="http://schemas.microsoft.com/office/drawing/2014/main" id="{F29FFB08-5976-127D-764E-A5E0FC145C36}"/>
              </a:ext>
            </a:extLst>
          </p:cNvPr>
          <p:cNvSpPr>
            <a:spLocks noGrp="1"/>
          </p:cNvSpPr>
          <p:nvPr>
            <p:ph type="sldNum" sz="quarter" idx="12"/>
          </p:nvPr>
        </p:nvSpPr>
        <p:spPr/>
        <p:txBody>
          <a:bodyPr/>
          <a:lstStyle/>
          <a:p>
            <a:fld id="{A47ACDBF-E3C6-4DD5-8189-300D63B6E3FF}" type="slidenum">
              <a:rPr kumimoji="1" lang="ja-JP" altLang="en-US" smtClean="0"/>
              <a:t>1</a:t>
            </a:fld>
            <a:endParaRPr kumimoji="1" lang="ja-JP" altLang="en-US"/>
          </a:p>
        </p:txBody>
      </p:sp>
      <p:sp>
        <p:nvSpPr>
          <p:cNvPr id="10" name="矢印: 五方向 9">
            <a:extLst>
              <a:ext uri="{FF2B5EF4-FFF2-40B4-BE49-F238E27FC236}">
                <a16:creationId xmlns:a16="http://schemas.microsoft.com/office/drawing/2014/main" id="{92D4CEE6-ADC0-7AB2-24BE-C3FDAEC4BBFD}"/>
              </a:ext>
            </a:extLst>
          </p:cNvPr>
          <p:cNvSpPr/>
          <p:nvPr/>
        </p:nvSpPr>
        <p:spPr>
          <a:xfrm>
            <a:off x="7878278" y="2084820"/>
            <a:ext cx="1992430" cy="1174282"/>
          </a:xfrm>
          <a:prstGeom prst="homePlate">
            <a:avLst>
              <a:gd name="adj" fmla="val 27869"/>
            </a:avLst>
          </a:prstGeom>
          <a:solidFill>
            <a:srgbClr val="12B3C7"/>
          </a:solid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18" name="矢印: 五方向 17">
            <a:extLst>
              <a:ext uri="{FF2B5EF4-FFF2-40B4-BE49-F238E27FC236}">
                <a16:creationId xmlns:a16="http://schemas.microsoft.com/office/drawing/2014/main" id="{DCB49C6F-CD4E-7191-F990-41F26D939430}"/>
              </a:ext>
            </a:extLst>
          </p:cNvPr>
          <p:cNvSpPr/>
          <p:nvPr/>
        </p:nvSpPr>
        <p:spPr>
          <a:xfrm>
            <a:off x="9419926" y="3399621"/>
            <a:ext cx="1992430" cy="1174282"/>
          </a:xfrm>
          <a:prstGeom prst="homePlate">
            <a:avLst>
              <a:gd name="adj" fmla="val 27869"/>
            </a:avLst>
          </a:prstGeom>
          <a:solidFill>
            <a:schemeClr val="bg2">
              <a:lumMod val="90000"/>
            </a:schemeClr>
          </a:solid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19" name="矢印: 五方向 18">
            <a:extLst>
              <a:ext uri="{FF2B5EF4-FFF2-40B4-BE49-F238E27FC236}">
                <a16:creationId xmlns:a16="http://schemas.microsoft.com/office/drawing/2014/main" id="{CC910C60-5906-87CE-1DA1-0F426E48C566}"/>
              </a:ext>
            </a:extLst>
          </p:cNvPr>
          <p:cNvSpPr/>
          <p:nvPr/>
        </p:nvSpPr>
        <p:spPr>
          <a:xfrm>
            <a:off x="7850204" y="3399621"/>
            <a:ext cx="1992430" cy="1174282"/>
          </a:xfrm>
          <a:prstGeom prst="homePlate">
            <a:avLst>
              <a:gd name="adj" fmla="val 27869"/>
            </a:avLst>
          </a:prstGeom>
          <a:solidFill>
            <a:schemeClr val="bg2">
              <a:lumMod val="90000"/>
            </a:schemeClr>
          </a:solid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20" name="二等辺三角形 19">
            <a:extLst>
              <a:ext uri="{FF2B5EF4-FFF2-40B4-BE49-F238E27FC236}">
                <a16:creationId xmlns:a16="http://schemas.microsoft.com/office/drawing/2014/main" id="{B97AA260-5202-7349-38EB-07591D3A612D}"/>
              </a:ext>
            </a:extLst>
          </p:cNvPr>
          <p:cNvSpPr/>
          <p:nvPr/>
        </p:nvSpPr>
        <p:spPr>
          <a:xfrm rot="5400000">
            <a:off x="4036996" y="2175103"/>
            <a:ext cx="553453" cy="461665"/>
          </a:xfrm>
          <a:prstGeom prst="triangle">
            <a:avLst/>
          </a:prstGeom>
          <a:solidFill>
            <a:srgbClr val="4C4948"/>
          </a:solidFill>
          <a:ln>
            <a:solidFill>
              <a:srgbClr val="4C494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1" name="二等辺三角形 20">
            <a:extLst>
              <a:ext uri="{FF2B5EF4-FFF2-40B4-BE49-F238E27FC236}">
                <a16:creationId xmlns:a16="http://schemas.microsoft.com/office/drawing/2014/main" id="{84488F9D-E65D-7437-8BDE-345C0F5D24C4}"/>
              </a:ext>
            </a:extLst>
          </p:cNvPr>
          <p:cNvSpPr/>
          <p:nvPr/>
        </p:nvSpPr>
        <p:spPr>
          <a:xfrm rot="5400000">
            <a:off x="4050177" y="3029725"/>
            <a:ext cx="553453" cy="461665"/>
          </a:xfrm>
          <a:prstGeom prst="triangle">
            <a:avLst/>
          </a:prstGeom>
          <a:solidFill>
            <a:srgbClr val="12B3C7"/>
          </a:solidFill>
          <a:ln>
            <a:solidFill>
              <a:srgbClr val="12B3C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rgbClr val="12B3C7"/>
              </a:solidFill>
            </a:endParaRPr>
          </a:p>
        </p:txBody>
      </p:sp>
      <p:sp>
        <p:nvSpPr>
          <p:cNvPr id="22" name="吹き出し: 角を丸めた四角形 21">
            <a:extLst>
              <a:ext uri="{FF2B5EF4-FFF2-40B4-BE49-F238E27FC236}">
                <a16:creationId xmlns:a16="http://schemas.microsoft.com/office/drawing/2014/main" id="{7E073575-30A7-2402-3EE5-A449854CD0ED}"/>
              </a:ext>
            </a:extLst>
          </p:cNvPr>
          <p:cNvSpPr/>
          <p:nvPr/>
        </p:nvSpPr>
        <p:spPr>
          <a:xfrm>
            <a:off x="3581400" y="5274644"/>
            <a:ext cx="2617269" cy="461665"/>
          </a:xfrm>
          <a:prstGeom prst="wedgeRoundRectCallout">
            <a:avLst>
              <a:gd name="adj1" fmla="val -30395"/>
              <a:gd name="adj2" fmla="val 91689"/>
              <a:gd name="adj3" fmla="val 16667"/>
            </a:avLst>
          </a:prstGeom>
          <a:solidFill>
            <a:srgbClr val="E6594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b="1" dirty="0"/>
              <a:t>あああ</a:t>
            </a:r>
          </a:p>
        </p:txBody>
      </p:sp>
      <p:sp>
        <p:nvSpPr>
          <p:cNvPr id="23" name="四角形: 角を丸くする 22">
            <a:extLst>
              <a:ext uri="{FF2B5EF4-FFF2-40B4-BE49-F238E27FC236}">
                <a16:creationId xmlns:a16="http://schemas.microsoft.com/office/drawing/2014/main" id="{A70A612F-9B53-20AD-8EF1-6525B19D2978}"/>
              </a:ext>
            </a:extLst>
          </p:cNvPr>
          <p:cNvSpPr/>
          <p:nvPr/>
        </p:nvSpPr>
        <p:spPr>
          <a:xfrm>
            <a:off x="8610600" y="4996275"/>
            <a:ext cx="1992430" cy="365125"/>
          </a:xfrm>
          <a:prstGeom prst="roundRect">
            <a:avLst>
              <a:gd name="adj" fmla="val 50000"/>
            </a:avLst>
          </a:prstGeom>
          <a:solidFill>
            <a:srgbClr val="12B3C7"/>
          </a:solidFill>
          <a:ln>
            <a:solidFill>
              <a:srgbClr val="12B3C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b="1" dirty="0"/>
              <a:t>あああ</a:t>
            </a:r>
          </a:p>
        </p:txBody>
      </p:sp>
      <p:sp>
        <p:nvSpPr>
          <p:cNvPr id="24" name="吹き出し: 角を丸めた四角形 23">
            <a:extLst>
              <a:ext uri="{FF2B5EF4-FFF2-40B4-BE49-F238E27FC236}">
                <a16:creationId xmlns:a16="http://schemas.microsoft.com/office/drawing/2014/main" id="{016C6876-3F29-4E3E-9F46-98962E22B68A}"/>
              </a:ext>
            </a:extLst>
          </p:cNvPr>
          <p:cNvSpPr/>
          <p:nvPr/>
        </p:nvSpPr>
        <p:spPr>
          <a:xfrm>
            <a:off x="6361497" y="5796803"/>
            <a:ext cx="2617269" cy="461665"/>
          </a:xfrm>
          <a:prstGeom prst="wedgeRoundRectCallout">
            <a:avLst>
              <a:gd name="adj1" fmla="val -30395"/>
              <a:gd name="adj2" fmla="val 91689"/>
              <a:gd name="adj3" fmla="val 16667"/>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b="1" dirty="0"/>
              <a:t>あああ</a:t>
            </a:r>
          </a:p>
        </p:txBody>
      </p:sp>
      <p:sp>
        <p:nvSpPr>
          <p:cNvPr id="12" name="正方形/長方形 11">
            <a:extLst>
              <a:ext uri="{FF2B5EF4-FFF2-40B4-BE49-F238E27FC236}">
                <a16:creationId xmlns:a16="http://schemas.microsoft.com/office/drawing/2014/main" id="{880101F1-0C6A-85ED-83EF-E87F0A6D1140}"/>
              </a:ext>
            </a:extLst>
          </p:cNvPr>
          <p:cNvSpPr/>
          <p:nvPr/>
        </p:nvSpPr>
        <p:spPr>
          <a:xfrm>
            <a:off x="3771499" y="4665987"/>
            <a:ext cx="2223435" cy="516573"/>
          </a:xfrm>
          <a:prstGeom prst="rect">
            <a:avLst/>
          </a:prstGeom>
          <a:solidFill>
            <a:schemeClr val="bg2"/>
          </a:solidFill>
          <a:ln w="381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2000" b="1" dirty="0">
                <a:solidFill>
                  <a:srgbClr val="4C4948"/>
                </a:solidFill>
              </a:rPr>
              <a:t>あああ</a:t>
            </a:r>
            <a:endParaRPr kumimoji="1" lang="en-US" altLang="ja-JP" sz="2000" b="1" dirty="0">
              <a:solidFill>
                <a:srgbClr val="4C4948"/>
              </a:solidFill>
            </a:endParaRPr>
          </a:p>
        </p:txBody>
      </p:sp>
      <p:sp>
        <p:nvSpPr>
          <p:cNvPr id="3" name="楕円 2">
            <a:extLst>
              <a:ext uri="{FF2B5EF4-FFF2-40B4-BE49-F238E27FC236}">
                <a16:creationId xmlns:a16="http://schemas.microsoft.com/office/drawing/2014/main" id="{51B4F6C2-30E8-865C-CCB9-36C5211B67DF}"/>
              </a:ext>
            </a:extLst>
          </p:cNvPr>
          <p:cNvSpPr/>
          <p:nvPr/>
        </p:nvSpPr>
        <p:spPr>
          <a:xfrm>
            <a:off x="5195638" y="1854810"/>
            <a:ext cx="375430" cy="387268"/>
          </a:xfrm>
          <a:prstGeom prst="ellipse">
            <a:avLst/>
          </a:prstGeom>
          <a:noFill/>
          <a:ln w="57150">
            <a:solidFill>
              <a:srgbClr val="4C494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 name="二等辺三角形 12">
            <a:extLst>
              <a:ext uri="{FF2B5EF4-FFF2-40B4-BE49-F238E27FC236}">
                <a16:creationId xmlns:a16="http://schemas.microsoft.com/office/drawing/2014/main" id="{A5014891-2A1E-CB5B-C1EB-B881F7534A32}"/>
              </a:ext>
            </a:extLst>
          </p:cNvPr>
          <p:cNvSpPr/>
          <p:nvPr/>
        </p:nvSpPr>
        <p:spPr>
          <a:xfrm>
            <a:off x="5814857" y="1833959"/>
            <a:ext cx="449230" cy="387268"/>
          </a:xfrm>
          <a:prstGeom prst="triangle">
            <a:avLst/>
          </a:prstGeom>
          <a:noFill/>
          <a:ln w="57150">
            <a:solidFill>
              <a:srgbClr val="4C494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6" name="乗算記号 15">
            <a:extLst>
              <a:ext uri="{FF2B5EF4-FFF2-40B4-BE49-F238E27FC236}">
                <a16:creationId xmlns:a16="http://schemas.microsoft.com/office/drawing/2014/main" id="{6933041D-84FE-2EA3-5522-9E434AD2D616}"/>
              </a:ext>
            </a:extLst>
          </p:cNvPr>
          <p:cNvSpPr/>
          <p:nvPr/>
        </p:nvSpPr>
        <p:spPr>
          <a:xfrm>
            <a:off x="6336744" y="1680716"/>
            <a:ext cx="720000" cy="720000"/>
          </a:xfrm>
          <a:prstGeom prst="mathMultiply">
            <a:avLst>
              <a:gd name="adj1" fmla="val 11761"/>
            </a:avLst>
          </a:prstGeom>
          <a:solidFill>
            <a:srgbClr val="4C4948"/>
          </a:solidFill>
          <a:ln w="571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51106470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正方形/長方形 10">
            <a:extLst>
              <a:ext uri="{FF2B5EF4-FFF2-40B4-BE49-F238E27FC236}">
                <a16:creationId xmlns:a16="http://schemas.microsoft.com/office/drawing/2014/main" id="{8700903B-2D06-EFFE-031D-F35C42C2601F}"/>
              </a:ext>
            </a:extLst>
          </p:cNvPr>
          <p:cNvSpPr/>
          <p:nvPr/>
        </p:nvSpPr>
        <p:spPr>
          <a:xfrm>
            <a:off x="-1" y="0"/>
            <a:ext cx="12192001" cy="6858000"/>
          </a:xfrm>
          <a:prstGeom prst="rect">
            <a:avLst/>
          </a:prstGeom>
          <a:solidFill>
            <a:srgbClr val="12B3C7"/>
          </a:solidFill>
          <a:ln w="38100">
            <a:solidFill>
              <a:srgbClr val="12B3C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2000" b="1" dirty="0"/>
          </a:p>
        </p:txBody>
      </p:sp>
      <p:sp>
        <p:nvSpPr>
          <p:cNvPr id="5" name="テキスト ボックス 4">
            <a:extLst>
              <a:ext uri="{FF2B5EF4-FFF2-40B4-BE49-F238E27FC236}">
                <a16:creationId xmlns:a16="http://schemas.microsoft.com/office/drawing/2014/main" id="{5275E307-4CDF-1B02-9782-AF50A45AA471}"/>
              </a:ext>
            </a:extLst>
          </p:cNvPr>
          <p:cNvSpPr txBox="1"/>
          <p:nvPr/>
        </p:nvSpPr>
        <p:spPr>
          <a:xfrm>
            <a:off x="1428207" y="2420545"/>
            <a:ext cx="10685416" cy="1200329"/>
          </a:xfrm>
          <a:prstGeom prst="rect">
            <a:avLst/>
          </a:prstGeom>
          <a:noFill/>
        </p:spPr>
        <p:txBody>
          <a:bodyPr wrap="square" rtlCol="0">
            <a:spAutoFit/>
          </a:bodyPr>
          <a:lstStyle/>
          <a:p>
            <a:r>
              <a:rPr kumimoji="1" lang="ja-JP" altLang="en-US" sz="7200" b="1" dirty="0">
                <a:solidFill>
                  <a:schemeClr val="bg1"/>
                </a:solidFill>
              </a:rPr>
              <a:t>モチベ層施策活動報告</a:t>
            </a:r>
          </a:p>
        </p:txBody>
      </p:sp>
      <p:cxnSp>
        <p:nvCxnSpPr>
          <p:cNvPr id="7" name="直線コネクタ 6">
            <a:extLst>
              <a:ext uri="{FF2B5EF4-FFF2-40B4-BE49-F238E27FC236}">
                <a16:creationId xmlns:a16="http://schemas.microsoft.com/office/drawing/2014/main" id="{AE9A4DAF-F1DA-B743-66D1-FF381C4490B2}"/>
              </a:ext>
            </a:extLst>
          </p:cNvPr>
          <p:cNvCxnSpPr>
            <a:cxnSpLocks/>
          </p:cNvCxnSpPr>
          <p:nvPr/>
        </p:nvCxnSpPr>
        <p:spPr>
          <a:xfrm>
            <a:off x="2633311" y="3645100"/>
            <a:ext cx="7190072" cy="0"/>
          </a:xfrm>
          <a:prstGeom prst="line">
            <a:avLst/>
          </a:prstGeom>
          <a:ln w="57150">
            <a:solidFill>
              <a:schemeClr val="bg1"/>
            </a:solidFill>
          </a:ln>
        </p:spPr>
        <p:style>
          <a:lnRef idx="1">
            <a:schemeClr val="accent1"/>
          </a:lnRef>
          <a:fillRef idx="0">
            <a:schemeClr val="accent1"/>
          </a:fillRef>
          <a:effectRef idx="0">
            <a:schemeClr val="accent1"/>
          </a:effectRef>
          <a:fontRef idx="minor">
            <a:schemeClr val="tx1"/>
          </a:fontRef>
        </p:style>
      </p:cxnSp>
      <p:sp>
        <p:nvSpPr>
          <p:cNvPr id="10" name="テキスト ボックス 9">
            <a:extLst>
              <a:ext uri="{FF2B5EF4-FFF2-40B4-BE49-F238E27FC236}">
                <a16:creationId xmlns:a16="http://schemas.microsoft.com/office/drawing/2014/main" id="{DD4FF5DF-A2F4-1767-F3DE-F14916745A68}"/>
              </a:ext>
            </a:extLst>
          </p:cNvPr>
          <p:cNvSpPr txBox="1"/>
          <p:nvPr/>
        </p:nvSpPr>
        <p:spPr>
          <a:xfrm>
            <a:off x="3354404" y="4036337"/>
            <a:ext cx="5483192" cy="461665"/>
          </a:xfrm>
          <a:prstGeom prst="rect">
            <a:avLst/>
          </a:prstGeom>
          <a:noFill/>
        </p:spPr>
        <p:txBody>
          <a:bodyPr wrap="square" rtlCol="0">
            <a:spAutoFit/>
          </a:bodyPr>
          <a:lstStyle/>
          <a:p>
            <a:pPr algn="ctr"/>
            <a:r>
              <a:rPr lang="ja-JP" altLang="en-US" sz="2400" b="1" dirty="0">
                <a:solidFill>
                  <a:schemeClr val="bg1"/>
                </a:solidFill>
              </a:rPr>
              <a:t>相川 裕希</a:t>
            </a:r>
            <a:endParaRPr kumimoji="1" lang="en-US" altLang="ja-JP" sz="2400" b="1" dirty="0">
              <a:solidFill>
                <a:schemeClr val="bg1"/>
              </a:solidFill>
            </a:endParaRPr>
          </a:p>
        </p:txBody>
      </p:sp>
    </p:spTree>
    <p:extLst>
      <p:ext uri="{BB962C8B-B14F-4D97-AF65-F5344CB8AC3E}">
        <p14:creationId xmlns:p14="http://schemas.microsoft.com/office/powerpoint/2010/main" val="278436998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正方形/長方形 13">
            <a:extLst>
              <a:ext uri="{FF2B5EF4-FFF2-40B4-BE49-F238E27FC236}">
                <a16:creationId xmlns:a16="http://schemas.microsoft.com/office/drawing/2014/main" id="{A8B7C906-A3BE-BD3C-55A6-360784AA8CEA}"/>
              </a:ext>
            </a:extLst>
          </p:cNvPr>
          <p:cNvSpPr/>
          <p:nvPr/>
        </p:nvSpPr>
        <p:spPr>
          <a:xfrm>
            <a:off x="-1" y="0"/>
            <a:ext cx="4610501" cy="6858000"/>
          </a:xfrm>
          <a:prstGeom prst="rect">
            <a:avLst/>
          </a:prstGeom>
          <a:solidFill>
            <a:srgbClr val="12B3C7"/>
          </a:solidFill>
          <a:ln w="38100">
            <a:solidFill>
              <a:srgbClr val="12B3C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2000" b="1" dirty="0"/>
          </a:p>
        </p:txBody>
      </p:sp>
      <p:sp>
        <p:nvSpPr>
          <p:cNvPr id="5" name="スライド番号プレースホルダー 4">
            <a:extLst>
              <a:ext uri="{FF2B5EF4-FFF2-40B4-BE49-F238E27FC236}">
                <a16:creationId xmlns:a16="http://schemas.microsoft.com/office/drawing/2014/main" id="{0BE01014-C086-8922-DB88-F72B4FA30CD3}"/>
              </a:ext>
            </a:extLst>
          </p:cNvPr>
          <p:cNvSpPr>
            <a:spLocks noGrp="1"/>
          </p:cNvSpPr>
          <p:nvPr>
            <p:ph type="sldNum" sz="quarter" idx="12"/>
          </p:nvPr>
        </p:nvSpPr>
        <p:spPr/>
        <p:txBody>
          <a:bodyPr/>
          <a:lstStyle/>
          <a:p>
            <a:fld id="{A47ACDBF-E3C6-4DD5-8189-300D63B6E3FF}" type="slidenum">
              <a:rPr kumimoji="1" lang="ja-JP" altLang="en-US" smtClean="0"/>
              <a:t>3</a:t>
            </a:fld>
            <a:endParaRPr kumimoji="1" lang="ja-JP" altLang="en-US"/>
          </a:p>
        </p:txBody>
      </p:sp>
      <p:sp>
        <p:nvSpPr>
          <p:cNvPr id="9" name="テキスト ボックス 8">
            <a:extLst>
              <a:ext uri="{FF2B5EF4-FFF2-40B4-BE49-F238E27FC236}">
                <a16:creationId xmlns:a16="http://schemas.microsoft.com/office/drawing/2014/main" id="{D4D7C3FD-A9F5-D45C-1C5F-8A4C0947F9E3}"/>
              </a:ext>
            </a:extLst>
          </p:cNvPr>
          <p:cNvSpPr txBox="1"/>
          <p:nvPr/>
        </p:nvSpPr>
        <p:spPr>
          <a:xfrm>
            <a:off x="6847574" y="1474129"/>
            <a:ext cx="3411123" cy="584775"/>
          </a:xfrm>
          <a:prstGeom prst="rect">
            <a:avLst/>
          </a:prstGeom>
          <a:noFill/>
        </p:spPr>
        <p:txBody>
          <a:bodyPr wrap="square" rtlCol="0">
            <a:spAutoFit/>
          </a:bodyPr>
          <a:lstStyle/>
          <a:p>
            <a:r>
              <a:rPr kumimoji="1" lang="ja-JP" altLang="en-US" sz="3200" b="1" dirty="0">
                <a:solidFill>
                  <a:srgbClr val="12B3C7"/>
                </a:solidFill>
              </a:rPr>
              <a:t>自己紹介</a:t>
            </a:r>
          </a:p>
        </p:txBody>
      </p:sp>
      <p:sp>
        <p:nvSpPr>
          <p:cNvPr id="10" name="テキスト ボックス 9">
            <a:extLst>
              <a:ext uri="{FF2B5EF4-FFF2-40B4-BE49-F238E27FC236}">
                <a16:creationId xmlns:a16="http://schemas.microsoft.com/office/drawing/2014/main" id="{0D7E9067-5827-E9E7-58BE-FDED1D5B0260}"/>
              </a:ext>
            </a:extLst>
          </p:cNvPr>
          <p:cNvSpPr txBox="1"/>
          <p:nvPr/>
        </p:nvSpPr>
        <p:spPr>
          <a:xfrm>
            <a:off x="6847574" y="2325826"/>
            <a:ext cx="3909462" cy="584775"/>
          </a:xfrm>
          <a:prstGeom prst="rect">
            <a:avLst/>
          </a:prstGeom>
          <a:noFill/>
        </p:spPr>
        <p:txBody>
          <a:bodyPr wrap="square" rtlCol="0">
            <a:spAutoFit/>
          </a:bodyPr>
          <a:lstStyle/>
          <a:p>
            <a:r>
              <a:rPr kumimoji="1" lang="ja-JP" altLang="en-US" sz="3200" b="1" dirty="0">
                <a:solidFill>
                  <a:srgbClr val="12B3C7"/>
                </a:solidFill>
              </a:rPr>
              <a:t>やってきたこと</a:t>
            </a:r>
          </a:p>
        </p:txBody>
      </p:sp>
      <p:sp>
        <p:nvSpPr>
          <p:cNvPr id="11" name="テキスト ボックス 10">
            <a:extLst>
              <a:ext uri="{FF2B5EF4-FFF2-40B4-BE49-F238E27FC236}">
                <a16:creationId xmlns:a16="http://schemas.microsoft.com/office/drawing/2014/main" id="{92529861-1F22-1568-166B-0EE5626C91F5}"/>
              </a:ext>
            </a:extLst>
          </p:cNvPr>
          <p:cNvSpPr txBox="1"/>
          <p:nvPr/>
        </p:nvSpPr>
        <p:spPr>
          <a:xfrm>
            <a:off x="6847574" y="3167389"/>
            <a:ext cx="4689109" cy="584775"/>
          </a:xfrm>
          <a:prstGeom prst="rect">
            <a:avLst/>
          </a:prstGeom>
          <a:noFill/>
        </p:spPr>
        <p:txBody>
          <a:bodyPr wrap="square" rtlCol="0">
            <a:spAutoFit/>
          </a:bodyPr>
          <a:lstStyle/>
          <a:p>
            <a:r>
              <a:rPr kumimoji="1" lang="ja-JP" altLang="en-US" sz="3200" b="1" dirty="0">
                <a:solidFill>
                  <a:srgbClr val="12B3C7"/>
                </a:solidFill>
              </a:rPr>
              <a:t>身に着けたスキル</a:t>
            </a:r>
          </a:p>
        </p:txBody>
      </p:sp>
      <p:sp>
        <p:nvSpPr>
          <p:cNvPr id="12" name="テキスト ボックス 11">
            <a:extLst>
              <a:ext uri="{FF2B5EF4-FFF2-40B4-BE49-F238E27FC236}">
                <a16:creationId xmlns:a16="http://schemas.microsoft.com/office/drawing/2014/main" id="{4F137D37-25C0-2819-1843-E1883727300A}"/>
              </a:ext>
            </a:extLst>
          </p:cNvPr>
          <p:cNvSpPr txBox="1"/>
          <p:nvPr/>
        </p:nvSpPr>
        <p:spPr>
          <a:xfrm>
            <a:off x="6847574" y="4039389"/>
            <a:ext cx="4381101" cy="584775"/>
          </a:xfrm>
          <a:prstGeom prst="rect">
            <a:avLst/>
          </a:prstGeom>
          <a:noFill/>
        </p:spPr>
        <p:txBody>
          <a:bodyPr wrap="square" rtlCol="0">
            <a:spAutoFit/>
          </a:bodyPr>
          <a:lstStyle/>
          <a:p>
            <a:r>
              <a:rPr kumimoji="1" lang="ja-JP" altLang="en-US" sz="3200" b="1" dirty="0">
                <a:solidFill>
                  <a:srgbClr val="12B3C7"/>
                </a:solidFill>
              </a:rPr>
              <a:t>意識の変化</a:t>
            </a:r>
            <a:endParaRPr kumimoji="1" lang="en-US" altLang="ja-JP" sz="3200" b="1" dirty="0">
              <a:solidFill>
                <a:srgbClr val="12B3C7"/>
              </a:solidFill>
            </a:endParaRPr>
          </a:p>
        </p:txBody>
      </p:sp>
      <p:sp>
        <p:nvSpPr>
          <p:cNvPr id="13" name="テキスト ボックス 12">
            <a:extLst>
              <a:ext uri="{FF2B5EF4-FFF2-40B4-BE49-F238E27FC236}">
                <a16:creationId xmlns:a16="http://schemas.microsoft.com/office/drawing/2014/main" id="{62AF6016-AF81-1E78-7027-D8AAE63B8B6C}"/>
              </a:ext>
            </a:extLst>
          </p:cNvPr>
          <p:cNvSpPr txBox="1"/>
          <p:nvPr/>
        </p:nvSpPr>
        <p:spPr>
          <a:xfrm>
            <a:off x="6847574" y="4896170"/>
            <a:ext cx="4073092" cy="584775"/>
          </a:xfrm>
          <a:prstGeom prst="rect">
            <a:avLst/>
          </a:prstGeom>
          <a:noFill/>
        </p:spPr>
        <p:txBody>
          <a:bodyPr wrap="square" rtlCol="0">
            <a:spAutoFit/>
          </a:bodyPr>
          <a:lstStyle/>
          <a:p>
            <a:r>
              <a:rPr kumimoji="1" lang="ja-JP" altLang="en-US" sz="3200" b="1" dirty="0">
                <a:solidFill>
                  <a:srgbClr val="12B3C7"/>
                </a:solidFill>
              </a:rPr>
              <a:t>来年度の目標</a:t>
            </a:r>
            <a:endParaRPr kumimoji="1" lang="en-US" altLang="ja-JP" sz="3200" b="1" dirty="0">
              <a:solidFill>
                <a:srgbClr val="12B3C7"/>
              </a:solidFill>
            </a:endParaRPr>
          </a:p>
        </p:txBody>
      </p:sp>
      <p:sp>
        <p:nvSpPr>
          <p:cNvPr id="6" name="テキスト ボックス 5">
            <a:extLst>
              <a:ext uri="{FF2B5EF4-FFF2-40B4-BE49-F238E27FC236}">
                <a16:creationId xmlns:a16="http://schemas.microsoft.com/office/drawing/2014/main" id="{6F7BE691-BB61-7622-2B53-A4472F35BA25}"/>
              </a:ext>
            </a:extLst>
          </p:cNvPr>
          <p:cNvSpPr txBox="1"/>
          <p:nvPr/>
        </p:nvSpPr>
        <p:spPr>
          <a:xfrm>
            <a:off x="1169468" y="3136612"/>
            <a:ext cx="2271562" cy="646331"/>
          </a:xfrm>
          <a:prstGeom prst="rect">
            <a:avLst/>
          </a:prstGeom>
          <a:noFill/>
        </p:spPr>
        <p:txBody>
          <a:bodyPr wrap="square" rtlCol="0">
            <a:spAutoFit/>
          </a:bodyPr>
          <a:lstStyle/>
          <a:p>
            <a:r>
              <a:rPr kumimoji="1" lang="en-US" altLang="ja-JP" sz="3600" b="1" dirty="0">
                <a:solidFill>
                  <a:schemeClr val="bg1"/>
                </a:solidFill>
              </a:rPr>
              <a:t>AGENDA</a:t>
            </a:r>
            <a:endParaRPr kumimoji="1" lang="ja-JP" altLang="en-US" sz="3600" b="1" dirty="0">
              <a:solidFill>
                <a:schemeClr val="bg1"/>
              </a:solidFill>
            </a:endParaRPr>
          </a:p>
        </p:txBody>
      </p:sp>
      <p:sp>
        <p:nvSpPr>
          <p:cNvPr id="17" name="楕円 16">
            <a:extLst>
              <a:ext uri="{FF2B5EF4-FFF2-40B4-BE49-F238E27FC236}">
                <a16:creationId xmlns:a16="http://schemas.microsoft.com/office/drawing/2014/main" id="{0740FC98-1C5D-4B06-7D1A-D1D3F7AB698F}"/>
              </a:ext>
            </a:extLst>
          </p:cNvPr>
          <p:cNvSpPr/>
          <p:nvPr/>
        </p:nvSpPr>
        <p:spPr>
          <a:xfrm>
            <a:off x="6096000" y="1474129"/>
            <a:ext cx="584775" cy="584775"/>
          </a:xfrm>
          <a:prstGeom prst="ellipse">
            <a:avLst/>
          </a:prstGeom>
          <a:solidFill>
            <a:srgbClr val="12B3C7"/>
          </a:solidFill>
          <a:ln>
            <a:solidFill>
              <a:srgbClr val="12B3C7"/>
            </a:solidFill>
          </a:ln>
        </p:spPr>
        <p:style>
          <a:lnRef idx="2">
            <a:schemeClr val="accent1">
              <a:shade val="50000"/>
            </a:schemeClr>
          </a:lnRef>
          <a:fillRef idx="1">
            <a:schemeClr val="accent1"/>
          </a:fillRef>
          <a:effectRef idx="0">
            <a:schemeClr val="accent1"/>
          </a:effectRef>
          <a:fontRef idx="minor">
            <a:schemeClr val="lt1"/>
          </a:fontRef>
        </p:style>
        <p:txBody>
          <a:bodyPr wrap="none" tIns="108000" rtlCol="0" anchor="ctr"/>
          <a:lstStyle/>
          <a:p>
            <a:pPr algn="ctr"/>
            <a:r>
              <a:rPr kumimoji="1" lang="en-US" altLang="ja-JP" sz="2800" b="1" dirty="0"/>
              <a:t>01</a:t>
            </a:r>
            <a:endParaRPr kumimoji="1" lang="ja-JP" altLang="en-US" sz="2800" b="1" dirty="0"/>
          </a:p>
        </p:txBody>
      </p:sp>
      <p:sp>
        <p:nvSpPr>
          <p:cNvPr id="27" name="楕円 26">
            <a:extLst>
              <a:ext uri="{FF2B5EF4-FFF2-40B4-BE49-F238E27FC236}">
                <a16:creationId xmlns:a16="http://schemas.microsoft.com/office/drawing/2014/main" id="{6759E571-8458-9FC3-C2F5-98C387B7C845}"/>
              </a:ext>
            </a:extLst>
          </p:cNvPr>
          <p:cNvSpPr/>
          <p:nvPr/>
        </p:nvSpPr>
        <p:spPr>
          <a:xfrm>
            <a:off x="6096000" y="2325826"/>
            <a:ext cx="584775" cy="584775"/>
          </a:xfrm>
          <a:prstGeom prst="ellipse">
            <a:avLst/>
          </a:prstGeom>
          <a:solidFill>
            <a:srgbClr val="12B3C7"/>
          </a:solidFill>
          <a:ln>
            <a:solidFill>
              <a:srgbClr val="12B3C7"/>
            </a:solidFill>
          </a:ln>
        </p:spPr>
        <p:style>
          <a:lnRef idx="2">
            <a:schemeClr val="accent1">
              <a:shade val="50000"/>
            </a:schemeClr>
          </a:lnRef>
          <a:fillRef idx="1">
            <a:schemeClr val="accent1"/>
          </a:fillRef>
          <a:effectRef idx="0">
            <a:schemeClr val="accent1"/>
          </a:effectRef>
          <a:fontRef idx="minor">
            <a:schemeClr val="lt1"/>
          </a:fontRef>
        </p:style>
        <p:txBody>
          <a:bodyPr wrap="none" tIns="108000" rtlCol="0" anchor="ctr"/>
          <a:lstStyle/>
          <a:p>
            <a:pPr algn="ctr"/>
            <a:r>
              <a:rPr kumimoji="1" lang="en-US" altLang="ja-JP" sz="2800" b="1" dirty="0"/>
              <a:t>02</a:t>
            </a:r>
            <a:endParaRPr kumimoji="1" lang="ja-JP" altLang="en-US" sz="2800" b="1" dirty="0"/>
          </a:p>
        </p:txBody>
      </p:sp>
      <p:sp>
        <p:nvSpPr>
          <p:cNvPr id="28" name="楕円 27">
            <a:extLst>
              <a:ext uri="{FF2B5EF4-FFF2-40B4-BE49-F238E27FC236}">
                <a16:creationId xmlns:a16="http://schemas.microsoft.com/office/drawing/2014/main" id="{EF68F0A4-100D-84E3-2463-F55A62D97D57}"/>
              </a:ext>
            </a:extLst>
          </p:cNvPr>
          <p:cNvSpPr/>
          <p:nvPr/>
        </p:nvSpPr>
        <p:spPr>
          <a:xfrm>
            <a:off x="6096000" y="3181336"/>
            <a:ext cx="584775" cy="584775"/>
          </a:xfrm>
          <a:prstGeom prst="ellipse">
            <a:avLst/>
          </a:prstGeom>
          <a:solidFill>
            <a:srgbClr val="12B3C7"/>
          </a:solidFill>
          <a:ln>
            <a:solidFill>
              <a:srgbClr val="12B3C7"/>
            </a:solidFill>
          </a:ln>
        </p:spPr>
        <p:style>
          <a:lnRef idx="2">
            <a:schemeClr val="accent1">
              <a:shade val="50000"/>
            </a:schemeClr>
          </a:lnRef>
          <a:fillRef idx="1">
            <a:schemeClr val="accent1"/>
          </a:fillRef>
          <a:effectRef idx="0">
            <a:schemeClr val="accent1"/>
          </a:effectRef>
          <a:fontRef idx="minor">
            <a:schemeClr val="lt1"/>
          </a:fontRef>
        </p:style>
        <p:txBody>
          <a:bodyPr wrap="none" tIns="108000" rtlCol="0" anchor="ctr"/>
          <a:lstStyle/>
          <a:p>
            <a:pPr algn="ctr"/>
            <a:r>
              <a:rPr kumimoji="1" lang="en-US" altLang="ja-JP" sz="2800" b="1" dirty="0"/>
              <a:t>03</a:t>
            </a:r>
            <a:endParaRPr kumimoji="1" lang="ja-JP" altLang="en-US" sz="2800" b="1" dirty="0"/>
          </a:p>
        </p:txBody>
      </p:sp>
      <p:sp>
        <p:nvSpPr>
          <p:cNvPr id="29" name="楕円 28">
            <a:extLst>
              <a:ext uri="{FF2B5EF4-FFF2-40B4-BE49-F238E27FC236}">
                <a16:creationId xmlns:a16="http://schemas.microsoft.com/office/drawing/2014/main" id="{E755C686-69F6-E652-5F15-F20617E4F1A9}"/>
              </a:ext>
            </a:extLst>
          </p:cNvPr>
          <p:cNvSpPr/>
          <p:nvPr/>
        </p:nvSpPr>
        <p:spPr>
          <a:xfrm>
            <a:off x="6096000" y="4036846"/>
            <a:ext cx="584775" cy="584775"/>
          </a:xfrm>
          <a:prstGeom prst="ellipse">
            <a:avLst/>
          </a:prstGeom>
          <a:solidFill>
            <a:srgbClr val="12B3C7"/>
          </a:solidFill>
          <a:ln>
            <a:solidFill>
              <a:srgbClr val="12B3C7"/>
            </a:solidFill>
          </a:ln>
        </p:spPr>
        <p:style>
          <a:lnRef idx="2">
            <a:schemeClr val="accent1">
              <a:shade val="50000"/>
            </a:schemeClr>
          </a:lnRef>
          <a:fillRef idx="1">
            <a:schemeClr val="accent1"/>
          </a:fillRef>
          <a:effectRef idx="0">
            <a:schemeClr val="accent1"/>
          </a:effectRef>
          <a:fontRef idx="minor">
            <a:schemeClr val="lt1"/>
          </a:fontRef>
        </p:style>
        <p:txBody>
          <a:bodyPr wrap="none" tIns="108000" rtlCol="0" anchor="ctr"/>
          <a:lstStyle/>
          <a:p>
            <a:pPr algn="ctr"/>
            <a:r>
              <a:rPr kumimoji="1" lang="en-US" altLang="ja-JP" sz="2800" b="1" dirty="0"/>
              <a:t>04</a:t>
            </a:r>
            <a:endParaRPr kumimoji="1" lang="ja-JP" altLang="en-US" sz="2800" b="1" dirty="0"/>
          </a:p>
        </p:txBody>
      </p:sp>
      <p:sp>
        <p:nvSpPr>
          <p:cNvPr id="30" name="楕円 29">
            <a:extLst>
              <a:ext uri="{FF2B5EF4-FFF2-40B4-BE49-F238E27FC236}">
                <a16:creationId xmlns:a16="http://schemas.microsoft.com/office/drawing/2014/main" id="{AB350FB3-6FB9-C49F-CA77-25DF5F1AD2BA}"/>
              </a:ext>
            </a:extLst>
          </p:cNvPr>
          <p:cNvSpPr/>
          <p:nvPr/>
        </p:nvSpPr>
        <p:spPr>
          <a:xfrm>
            <a:off x="6096000" y="4892356"/>
            <a:ext cx="584775" cy="584775"/>
          </a:xfrm>
          <a:prstGeom prst="ellipse">
            <a:avLst/>
          </a:prstGeom>
          <a:solidFill>
            <a:srgbClr val="12B3C7"/>
          </a:solidFill>
          <a:ln>
            <a:solidFill>
              <a:srgbClr val="12B3C7"/>
            </a:solidFill>
          </a:ln>
        </p:spPr>
        <p:style>
          <a:lnRef idx="2">
            <a:schemeClr val="accent1">
              <a:shade val="50000"/>
            </a:schemeClr>
          </a:lnRef>
          <a:fillRef idx="1">
            <a:schemeClr val="accent1"/>
          </a:fillRef>
          <a:effectRef idx="0">
            <a:schemeClr val="accent1"/>
          </a:effectRef>
          <a:fontRef idx="minor">
            <a:schemeClr val="lt1"/>
          </a:fontRef>
        </p:style>
        <p:txBody>
          <a:bodyPr wrap="none" tIns="108000" rtlCol="0" anchor="ctr"/>
          <a:lstStyle/>
          <a:p>
            <a:pPr algn="ctr"/>
            <a:r>
              <a:rPr kumimoji="1" lang="en-US" altLang="ja-JP" sz="2800" b="1" dirty="0"/>
              <a:t>05</a:t>
            </a:r>
            <a:endParaRPr kumimoji="1" lang="ja-JP" altLang="en-US" sz="2800" b="1" dirty="0"/>
          </a:p>
        </p:txBody>
      </p:sp>
    </p:spTree>
    <p:extLst>
      <p:ext uri="{BB962C8B-B14F-4D97-AF65-F5344CB8AC3E}">
        <p14:creationId xmlns:p14="http://schemas.microsoft.com/office/powerpoint/2010/main" val="400121762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正方形/長方形 10">
            <a:extLst>
              <a:ext uri="{FF2B5EF4-FFF2-40B4-BE49-F238E27FC236}">
                <a16:creationId xmlns:a16="http://schemas.microsoft.com/office/drawing/2014/main" id="{8700903B-2D06-EFFE-031D-F35C42C2601F}"/>
              </a:ext>
            </a:extLst>
          </p:cNvPr>
          <p:cNvSpPr/>
          <p:nvPr/>
        </p:nvSpPr>
        <p:spPr>
          <a:xfrm>
            <a:off x="-1" y="0"/>
            <a:ext cx="12192001" cy="6858000"/>
          </a:xfrm>
          <a:prstGeom prst="rect">
            <a:avLst/>
          </a:prstGeom>
          <a:solidFill>
            <a:srgbClr val="12B3C7"/>
          </a:solidFill>
          <a:ln w="38100">
            <a:solidFill>
              <a:srgbClr val="12B3C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2000" b="1" dirty="0"/>
          </a:p>
        </p:txBody>
      </p:sp>
      <p:sp>
        <p:nvSpPr>
          <p:cNvPr id="2" name="テキスト ボックス 1">
            <a:extLst>
              <a:ext uri="{FF2B5EF4-FFF2-40B4-BE49-F238E27FC236}">
                <a16:creationId xmlns:a16="http://schemas.microsoft.com/office/drawing/2014/main" id="{FBDF3CA7-9051-F556-64F3-547749D5157A}"/>
              </a:ext>
            </a:extLst>
          </p:cNvPr>
          <p:cNvSpPr txBox="1"/>
          <p:nvPr/>
        </p:nvSpPr>
        <p:spPr>
          <a:xfrm>
            <a:off x="-1" y="56906"/>
            <a:ext cx="3126608" cy="2646878"/>
          </a:xfrm>
          <a:prstGeom prst="rect">
            <a:avLst/>
          </a:prstGeom>
          <a:noFill/>
        </p:spPr>
        <p:txBody>
          <a:bodyPr wrap="square" rtlCol="0">
            <a:spAutoFit/>
          </a:bodyPr>
          <a:lstStyle/>
          <a:p>
            <a:pPr algn="ctr"/>
            <a:r>
              <a:rPr kumimoji="1" lang="en-US" altLang="ja-JP" sz="16600" b="1" dirty="0">
                <a:solidFill>
                  <a:srgbClr val="0F93A5"/>
                </a:solidFill>
              </a:rPr>
              <a:t>01</a:t>
            </a:r>
            <a:endParaRPr kumimoji="1" lang="ja-JP" altLang="en-US" sz="16600" b="1" dirty="0">
              <a:solidFill>
                <a:srgbClr val="0F93A5"/>
              </a:solidFill>
            </a:endParaRPr>
          </a:p>
        </p:txBody>
      </p:sp>
      <p:sp>
        <p:nvSpPr>
          <p:cNvPr id="10" name="テキスト ボックス 9">
            <a:extLst>
              <a:ext uri="{FF2B5EF4-FFF2-40B4-BE49-F238E27FC236}">
                <a16:creationId xmlns:a16="http://schemas.microsoft.com/office/drawing/2014/main" id="{DD4FF5DF-A2F4-1767-F3DE-F14916745A68}"/>
              </a:ext>
            </a:extLst>
          </p:cNvPr>
          <p:cNvSpPr txBox="1"/>
          <p:nvPr/>
        </p:nvSpPr>
        <p:spPr>
          <a:xfrm>
            <a:off x="1660335" y="2321004"/>
            <a:ext cx="4148489" cy="1107996"/>
          </a:xfrm>
          <a:prstGeom prst="rect">
            <a:avLst/>
          </a:prstGeom>
          <a:noFill/>
        </p:spPr>
        <p:txBody>
          <a:bodyPr wrap="square" rtlCol="0">
            <a:spAutoFit/>
          </a:bodyPr>
          <a:lstStyle/>
          <a:p>
            <a:pPr algn="ctr"/>
            <a:r>
              <a:rPr lang="ja-JP" altLang="en-US" sz="6600" b="1" dirty="0">
                <a:solidFill>
                  <a:schemeClr val="bg1"/>
                </a:solidFill>
              </a:rPr>
              <a:t>自己紹介</a:t>
            </a:r>
            <a:endParaRPr kumimoji="1" lang="ja-JP" altLang="en-US" sz="6600" b="1" dirty="0">
              <a:solidFill>
                <a:schemeClr val="bg1"/>
              </a:solidFill>
            </a:endParaRPr>
          </a:p>
        </p:txBody>
      </p:sp>
      <p:sp>
        <p:nvSpPr>
          <p:cNvPr id="3" name="テキスト ボックス 2">
            <a:extLst>
              <a:ext uri="{FF2B5EF4-FFF2-40B4-BE49-F238E27FC236}">
                <a16:creationId xmlns:a16="http://schemas.microsoft.com/office/drawing/2014/main" id="{660A36E4-8632-17CB-5B58-090B30EDE5D6}"/>
              </a:ext>
            </a:extLst>
          </p:cNvPr>
          <p:cNvSpPr txBox="1"/>
          <p:nvPr/>
        </p:nvSpPr>
        <p:spPr>
          <a:xfrm>
            <a:off x="8006187" y="3429000"/>
            <a:ext cx="1555281" cy="461665"/>
          </a:xfrm>
          <a:prstGeom prst="rect">
            <a:avLst/>
          </a:prstGeom>
          <a:noFill/>
        </p:spPr>
        <p:txBody>
          <a:bodyPr wrap="square" rtlCol="0">
            <a:spAutoFit/>
          </a:bodyPr>
          <a:lstStyle/>
          <a:p>
            <a:r>
              <a:rPr kumimoji="1" lang="ja-JP" altLang="en-US" sz="2400" b="1" dirty="0">
                <a:solidFill>
                  <a:schemeClr val="bg1"/>
                </a:solidFill>
              </a:rPr>
              <a:t>自己紹介</a:t>
            </a:r>
          </a:p>
        </p:txBody>
      </p:sp>
      <p:sp>
        <p:nvSpPr>
          <p:cNvPr id="4" name="テキスト ボックス 3">
            <a:extLst>
              <a:ext uri="{FF2B5EF4-FFF2-40B4-BE49-F238E27FC236}">
                <a16:creationId xmlns:a16="http://schemas.microsoft.com/office/drawing/2014/main" id="{0F86BECA-70C0-EF82-AD01-85BCFB71EB2E}"/>
              </a:ext>
            </a:extLst>
          </p:cNvPr>
          <p:cNvSpPr txBox="1"/>
          <p:nvPr/>
        </p:nvSpPr>
        <p:spPr>
          <a:xfrm>
            <a:off x="8006186" y="4066097"/>
            <a:ext cx="2733665" cy="461665"/>
          </a:xfrm>
          <a:prstGeom prst="rect">
            <a:avLst/>
          </a:prstGeom>
          <a:noFill/>
        </p:spPr>
        <p:txBody>
          <a:bodyPr wrap="square" rtlCol="0">
            <a:spAutoFit/>
          </a:bodyPr>
          <a:lstStyle/>
          <a:p>
            <a:r>
              <a:rPr lang="ja-JP" altLang="en-US" sz="2400" b="1" dirty="0">
                <a:solidFill>
                  <a:srgbClr val="0F93A5"/>
                </a:solidFill>
              </a:rPr>
              <a:t>やってきたこと</a:t>
            </a:r>
          </a:p>
        </p:txBody>
      </p:sp>
      <p:sp>
        <p:nvSpPr>
          <p:cNvPr id="6" name="テキスト ボックス 5">
            <a:extLst>
              <a:ext uri="{FF2B5EF4-FFF2-40B4-BE49-F238E27FC236}">
                <a16:creationId xmlns:a16="http://schemas.microsoft.com/office/drawing/2014/main" id="{CCA35EC9-B339-3699-5BFD-0754CD411416}"/>
              </a:ext>
            </a:extLst>
          </p:cNvPr>
          <p:cNvSpPr txBox="1"/>
          <p:nvPr/>
        </p:nvSpPr>
        <p:spPr>
          <a:xfrm>
            <a:off x="8006188" y="4703194"/>
            <a:ext cx="2733666" cy="461665"/>
          </a:xfrm>
          <a:prstGeom prst="rect">
            <a:avLst/>
          </a:prstGeom>
          <a:noFill/>
        </p:spPr>
        <p:txBody>
          <a:bodyPr wrap="square" rtlCol="0">
            <a:spAutoFit/>
          </a:bodyPr>
          <a:lstStyle/>
          <a:p>
            <a:r>
              <a:rPr kumimoji="1" lang="ja-JP" altLang="en-US" sz="2400" b="1" dirty="0">
                <a:solidFill>
                  <a:srgbClr val="0F93A5"/>
                </a:solidFill>
              </a:rPr>
              <a:t>身に着けたスキル</a:t>
            </a:r>
          </a:p>
        </p:txBody>
      </p:sp>
      <p:sp>
        <p:nvSpPr>
          <p:cNvPr id="8" name="テキスト ボックス 7">
            <a:extLst>
              <a:ext uri="{FF2B5EF4-FFF2-40B4-BE49-F238E27FC236}">
                <a16:creationId xmlns:a16="http://schemas.microsoft.com/office/drawing/2014/main" id="{FC99E5CC-F416-1136-4472-F1E5986685FD}"/>
              </a:ext>
            </a:extLst>
          </p:cNvPr>
          <p:cNvSpPr txBox="1"/>
          <p:nvPr/>
        </p:nvSpPr>
        <p:spPr>
          <a:xfrm>
            <a:off x="8006187" y="5340291"/>
            <a:ext cx="2554103" cy="461665"/>
          </a:xfrm>
          <a:prstGeom prst="rect">
            <a:avLst/>
          </a:prstGeom>
          <a:noFill/>
        </p:spPr>
        <p:txBody>
          <a:bodyPr wrap="square" rtlCol="0">
            <a:spAutoFit/>
          </a:bodyPr>
          <a:lstStyle/>
          <a:p>
            <a:r>
              <a:rPr lang="ja-JP" altLang="en-US" sz="2400" b="1" dirty="0">
                <a:solidFill>
                  <a:srgbClr val="0F93A5"/>
                </a:solidFill>
              </a:rPr>
              <a:t>意識の変化</a:t>
            </a:r>
          </a:p>
        </p:txBody>
      </p:sp>
      <p:sp>
        <p:nvSpPr>
          <p:cNvPr id="9" name="テキスト ボックス 8">
            <a:extLst>
              <a:ext uri="{FF2B5EF4-FFF2-40B4-BE49-F238E27FC236}">
                <a16:creationId xmlns:a16="http://schemas.microsoft.com/office/drawing/2014/main" id="{1408573B-7FBC-03AB-9DD7-7BDD90A42EE0}"/>
              </a:ext>
            </a:extLst>
          </p:cNvPr>
          <p:cNvSpPr txBox="1"/>
          <p:nvPr/>
        </p:nvSpPr>
        <p:spPr>
          <a:xfrm>
            <a:off x="8006187" y="5977388"/>
            <a:ext cx="2374539" cy="461665"/>
          </a:xfrm>
          <a:prstGeom prst="rect">
            <a:avLst/>
          </a:prstGeom>
          <a:noFill/>
        </p:spPr>
        <p:txBody>
          <a:bodyPr wrap="square" rtlCol="0">
            <a:spAutoFit/>
          </a:bodyPr>
          <a:lstStyle/>
          <a:p>
            <a:r>
              <a:rPr kumimoji="1" lang="ja-JP" altLang="en-US" sz="2400" b="1" dirty="0">
                <a:solidFill>
                  <a:srgbClr val="0F93A5"/>
                </a:solidFill>
              </a:rPr>
              <a:t>来年度の目標</a:t>
            </a:r>
          </a:p>
        </p:txBody>
      </p:sp>
      <p:sp>
        <p:nvSpPr>
          <p:cNvPr id="12" name="楕円 11">
            <a:extLst>
              <a:ext uri="{FF2B5EF4-FFF2-40B4-BE49-F238E27FC236}">
                <a16:creationId xmlns:a16="http://schemas.microsoft.com/office/drawing/2014/main" id="{A9CA5EAC-6406-3F96-1112-3630118D0F07}"/>
              </a:ext>
            </a:extLst>
          </p:cNvPr>
          <p:cNvSpPr/>
          <p:nvPr/>
        </p:nvSpPr>
        <p:spPr>
          <a:xfrm>
            <a:off x="7291521" y="3370474"/>
            <a:ext cx="468429" cy="468429"/>
          </a:xfrm>
          <a:prstGeom prst="ellipse">
            <a:avLst/>
          </a:prstGeom>
          <a:solidFill>
            <a:schemeClr val="bg1"/>
          </a:solidFill>
          <a:ln>
            <a:solidFill>
              <a:srgbClr val="12B3C7"/>
            </a:solidFill>
          </a:ln>
        </p:spPr>
        <p:style>
          <a:lnRef idx="2">
            <a:schemeClr val="accent1">
              <a:shade val="50000"/>
            </a:schemeClr>
          </a:lnRef>
          <a:fillRef idx="1">
            <a:schemeClr val="accent1"/>
          </a:fillRef>
          <a:effectRef idx="0">
            <a:schemeClr val="accent1"/>
          </a:effectRef>
          <a:fontRef idx="minor">
            <a:schemeClr val="lt1"/>
          </a:fontRef>
        </p:style>
        <p:txBody>
          <a:bodyPr wrap="none" lIns="108000" tIns="108000" rtlCol="0" anchor="ctr"/>
          <a:lstStyle/>
          <a:p>
            <a:pPr algn="ctr"/>
            <a:r>
              <a:rPr kumimoji="1" lang="en-US" altLang="ja-JP" sz="2000" b="1" dirty="0">
                <a:solidFill>
                  <a:srgbClr val="12B3C7"/>
                </a:solidFill>
              </a:rPr>
              <a:t>01</a:t>
            </a:r>
            <a:endParaRPr kumimoji="1" lang="ja-JP" altLang="en-US" sz="2000" b="1" dirty="0">
              <a:solidFill>
                <a:srgbClr val="12B3C7"/>
              </a:solidFill>
            </a:endParaRPr>
          </a:p>
        </p:txBody>
      </p:sp>
      <p:sp>
        <p:nvSpPr>
          <p:cNvPr id="20" name="楕円 19">
            <a:extLst>
              <a:ext uri="{FF2B5EF4-FFF2-40B4-BE49-F238E27FC236}">
                <a16:creationId xmlns:a16="http://schemas.microsoft.com/office/drawing/2014/main" id="{A6654F2E-CE52-7F63-90D7-E7EAA04EFFC9}"/>
              </a:ext>
            </a:extLst>
          </p:cNvPr>
          <p:cNvSpPr/>
          <p:nvPr/>
        </p:nvSpPr>
        <p:spPr>
          <a:xfrm>
            <a:off x="7291521" y="4020512"/>
            <a:ext cx="468429" cy="468429"/>
          </a:xfrm>
          <a:prstGeom prst="ellipse">
            <a:avLst/>
          </a:prstGeom>
          <a:solidFill>
            <a:srgbClr val="0F93A5"/>
          </a:solidFill>
          <a:ln>
            <a:solidFill>
              <a:srgbClr val="12B3C7"/>
            </a:solidFill>
          </a:ln>
        </p:spPr>
        <p:style>
          <a:lnRef idx="2">
            <a:schemeClr val="accent1">
              <a:shade val="50000"/>
            </a:schemeClr>
          </a:lnRef>
          <a:fillRef idx="1">
            <a:schemeClr val="accent1"/>
          </a:fillRef>
          <a:effectRef idx="0">
            <a:schemeClr val="accent1"/>
          </a:effectRef>
          <a:fontRef idx="minor">
            <a:schemeClr val="lt1"/>
          </a:fontRef>
        </p:style>
        <p:txBody>
          <a:bodyPr wrap="none" lIns="108000" tIns="108000" rtlCol="0" anchor="ctr"/>
          <a:lstStyle/>
          <a:p>
            <a:pPr algn="ctr"/>
            <a:r>
              <a:rPr kumimoji="1" lang="en-US" altLang="ja-JP" sz="2000" b="1" dirty="0">
                <a:solidFill>
                  <a:srgbClr val="12B3C7"/>
                </a:solidFill>
              </a:rPr>
              <a:t>02</a:t>
            </a:r>
            <a:endParaRPr kumimoji="1" lang="ja-JP" altLang="en-US" sz="2000" b="1" dirty="0">
              <a:solidFill>
                <a:srgbClr val="12B3C7"/>
              </a:solidFill>
            </a:endParaRPr>
          </a:p>
        </p:txBody>
      </p:sp>
      <p:sp>
        <p:nvSpPr>
          <p:cNvPr id="21" name="楕円 20">
            <a:extLst>
              <a:ext uri="{FF2B5EF4-FFF2-40B4-BE49-F238E27FC236}">
                <a16:creationId xmlns:a16="http://schemas.microsoft.com/office/drawing/2014/main" id="{19E3B031-93D2-FF07-1C21-8D917D0FF02A}"/>
              </a:ext>
            </a:extLst>
          </p:cNvPr>
          <p:cNvSpPr/>
          <p:nvPr/>
        </p:nvSpPr>
        <p:spPr>
          <a:xfrm>
            <a:off x="7291521" y="4670550"/>
            <a:ext cx="468429" cy="468429"/>
          </a:xfrm>
          <a:prstGeom prst="ellipse">
            <a:avLst/>
          </a:prstGeom>
          <a:solidFill>
            <a:srgbClr val="0F93A5"/>
          </a:solidFill>
          <a:ln>
            <a:solidFill>
              <a:srgbClr val="12B3C7"/>
            </a:solidFill>
          </a:ln>
        </p:spPr>
        <p:style>
          <a:lnRef idx="2">
            <a:schemeClr val="accent1">
              <a:shade val="50000"/>
            </a:schemeClr>
          </a:lnRef>
          <a:fillRef idx="1">
            <a:schemeClr val="accent1"/>
          </a:fillRef>
          <a:effectRef idx="0">
            <a:schemeClr val="accent1"/>
          </a:effectRef>
          <a:fontRef idx="minor">
            <a:schemeClr val="lt1"/>
          </a:fontRef>
        </p:style>
        <p:txBody>
          <a:bodyPr wrap="none" lIns="108000" tIns="108000" rtlCol="0" anchor="ctr"/>
          <a:lstStyle/>
          <a:p>
            <a:pPr algn="ctr"/>
            <a:r>
              <a:rPr kumimoji="1" lang="en-US" altLang="ja-JP" sz="2000" b="1" dirty="0">
                <a:solidFill>
                  <a:srgbClr val="12B3C7"/>
                </a:solidFill>
              </a:rPr>
              <a:t>03</a:t>
            </a:r>
            <a:endParaRPr kumimoji="1" lang="ja-JP" altLang="en-US" sz="2000" b="1" dirty="0">
              <a:solidFill>
                <a:srgbClr val="12B3C7"/>
              </a:solidFill>
            </a:endParaRPr>
          </a:p>
        </p:txBody>
      </p:sp>
      <p:sp>
        <p:nvSpPr>
          <p:cNvPr id="22" name="楕円 21">
            <a:extLst>
              <a:ext uri="{FF2B5EF4-FFF2-40B4-BE49-F238E27FC236}">
                <a16:creationId xmlns:a16="http://schemas.microsoft.com/office/drawing/2014/main" id="{BFD66615-F026-6EC2-CE31-2323D560E9FF}"/>
              </a:ext>
            </a:extLst>
          </p:cNvPr>
          <p:cNvSpPr/>
          <p:nvPr/>
        </p:nvSpPr>
        <p:spPr>
          <a:xfrm>
            <a:off x="7291521" y="5320588"/>
            <a:ext cx="468429" cy="468429"/>
          </a:xfrm>
          <a:prstGeom prst="ellipse">
            <a:avLst/>
          </a:prstGeom>
          <a:solidFill>
            <a:srgbClr val="0F93A5"/>
          </a:solidFill>
          <a:ln>
            <a:solidFill>
              <a:srgbClr val="12B3C7"/>
            </a:solidFill>
          </a:ln>
        </p:spPr>
        <p:style>
          <a:lnRef idx="2">
            <a:schemeClr val="accent1">
              <a:shade val="50000"/>
            </a:schemeClr>
          </a:lnRef>
          <a:fillRef idx="1">
            <a:schemeClr val="accent1"/>
          </a:fillRef>
          <a:effectRef idx="0">
            <a:schemeClr val="accent1"/>
          </a:effectRef>
          <a:fontRef idx="minor">
            <a:schemeClr val="lt1"/>
          </a:fontRef>
        </p:style>
        <p:txBody>
          <a:bodyPr wrap="none" lIns="108000" tIns="108000" rtlCol="0" anchor="ctr"/>
          <a:lstStyle/>
          <a:p>
            <a:pPr algn="ctr"/>
            <a:r>
              <a:rPr kumimoji="1" lang="en-US" altLang="ja-JP" sz="2000" b="1" dirty="0">
                <a:solidFill>
                  <a:srgbClr val="12B3C7"/>
                </a:solidFill>
              </a:rPr>
              <a:t>04</a:t>
            </a:r>
            <a:endParaRPr kumimoji="1" lang="ja-JP" altLang="en-US" sz="2000" b="1" dirty="0">
              <a:solidFill>
                <a:srgbClr val="12B3C7"/>
              </a:solidFill>
            </a:endParaRPr>
          </a:p>
        </p:txBody>
      </p:sp>
      <p:sp>
        <p:nvSpPr>
          <p:cNvPr id="23" name="楕円 22">
            <a:extLst>
              <a:ext uri="{FF2B5EF4-FFF2-40B4-BE49-F238E27FC236}">
                <a16:creationId xmlns:a16="http://schemas.microsoft.com/office/drawing/2014/main" id="{D55B72BC-E2EA-8742-754D-E1AC24B48509}"/>
              </a:ext>
            </a:extLst>
          </p:cNvPr>
          <p:cNvSpPr/>
          <p:nvPr/>
        </p:nvSpPr>
        <p:spPr>
          <a:xfrm>
            <a:off x="7291521" y="5970624"/>
            <a:ext cx="468429" cy="468429"/>
          </a:xfrm>
          <a:prstGeom prst="ellipse">
            <a:avLst/>
          </a:prstGeom>
          <a:solidFill>
            <a:srgbClr val="0F93A5"/>
          </a:solidFill>
          <a:ln>
            <a:solidFill>
              <a:srgbClr val="12B3C7"/>
            </a:solidFill>
          </a:ln>
        </p:spPr>
        <p:style>
          <a:lnRef idx="2">
            <a:schemeClr val="accent1">
              <a:shade val="50000"/>
            </a:schemeClr>
          </a:lnRef>
          <a:fillRef idx="1">
            <a:schemeClr val="accent1"/>
          </a:fillRef>
          <a:effectRef idx="0">
            <a:schemeClr val="accent1"/>
          </a:effectRef>
          <a:fontRef idx="minor">
            <a:schemeClr val="lt1"/>
          </a:fontRef>
        </p:style>
        <p:txBody>
          <a:bodyPr wrap="none" lIns="108000" tIns="108000" rtlCol="0" anchor="ctr"/>
          <a:lstStyle/>
          <a:p>
            <a:pPr algn="ctr"/>
            <a:r>
              <a:rPr kumimoji="1" lang="en-US" altLang="ja-JP" sz="2000" b="1" dirty="0">
                <a:solidFill>
                  <a:srgbClr val="12B3C7"/>
                </a:solidFill>
              </a:rPr>
              <a:t>05</a:t>
            </a:r>
            <a:endParaRPr kumimoji="1" lang="ja-JP" altLang="en-US" sz="2000" b="1" dirty="0">
              <a:solidFill>
                <a:srgbClr val="12B3C7"/>
              </a:solidFill>
            </a:endParaRPr>
          </a:p>
        </p:txBody>
      </p:sp>
    </p:spTree>
    <p:extLst>
      <p:ext uri="{BB962C8B-B14F-4D97-AF65-F5344CB8AC3E}">
        <p14:creationId xmlns:p14="http://schemas.microsoft.com/office/powerpoint/2010/main" val="180197813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E756150-889A-85D5-5191-DBA62C4C4DCA}"/>
              </a:ext>
            </a:extLst>
          </p:cNvPr>
          <p:cNvSpPr>
            <a:spLocks noGrp="1"/>
          </p:cNvSpPr>
          <p:nvPr>
            <p:ph type="title"/>
          </p:nvPr>
        </p:nvSpPr>
        <p:spPr/>
        <p:txBody>
          <a:bodyPr/>
          <a:lstStyle/>
          <a:p>
            <a:r>
              <a:rPr kumimoji="1" lang="ja-JP" altLang="en-US" dirty="0"/>
              <a:t>自己紹介</a:t>
            </a:r>
          </a:p>
        </p:txBody>
      </p:sp>
      <p:sp>
        <p:nvSpPr>
          <p:cNvPr id="4" name="スライド番号プレースホルダー 3">
            <a:extLst>
              <a:ext uri="{FF2B5EF4-FFF2-40B4-BE49-F238E27FC236}">
                <a16:creationId xmlns:a16="http://schemas.microsoft.com/office/drawing/2014/main" id="{74860D22-B7C5-D317-2BD2-413F0363D13B}"/>
              </a:ext>
            </a:extLst>
          </p:cNvPr>
          <p:cNvSpPr>
            <a:spLocks noGrp="1"/>
          </p:cNvSpPr>
          <p:nvPr>
            <p:ph type="sldNum" sz="quarter" idx="12"/>
          </p:nvPr>
        </p:nvSpPr>
        <p:spPr/>
        <p:txBody>
          <a:bodyPr/>
          <a:lstStyle/>
          <a:p>
            <a:fld id="{A47ACDBF-E3C6-4DD5-8189-300D63B6E3FF}" type="slidenum">
              <a:rPr kumimoji="1" lang="ja-JP" altLang="en-US" smtClean="0"/>
              <a:t>5</a:t>
            </a:fld>
            <a:endParaRPr kumimoji="1" lang="ja-JP" altLang="en-US"/>
          </a:p>
        </p:txBody>
      </p:sp>
      <p:sp>
        <p:nvSpPr>
          <p:cNvPr id="5" name="四角形: 角を丸くする 4">
            <a:extLst>
              <a:ext uri="{FF2B5EF4-FFF2-40B4-BE49-F238E27FC236}">
                <a16:creationId xmlns:a16="http://schemas.microsoft.com/office/drawing/2014/main" id="{67493251-23D2-4776-38B7-22979B8F2BB3}"/>
              </a:ext>
            </a:extLst>
          </p:cNvPr>
          <p:cNvSpPr/>
          <p:nvPr/>
        </p:nvSpPr>
        <p:spPr>
          <a:xfrm>
            <a:off x="1642872" y="2044284"/>
            <a:ext cx="1992430" cy="544989"/>
          </a:xfrm>
          <a:prstGeom prst="roundRect">
            <a:avLst>
              <a:gd name="adj" fmla="val 50000"/>
            </a:avLst>
          </a:prstGeom>
          <a:solidFill>
            <a:srgbClr val="12B3C7"/>
          </a:solidFill>
          <a:ln>
            <a:solidFill>
              <a:srgbClr val="12B3C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2400" b="1" dirty="0"/>
              <a:t>名前</a:t>
            </a:r>
          </a:p>
        </p:txBody>
      </p:sp>
      <p:sp>
        <p:nvSpPr>
          <p:cNvPr id="6" name="四角形: 角を丸くする 5">
            <a:extLst>
              <a:ext uri="{FF2B5EF4-FFF2-40B4-BE49-F238E27FC236}">
                <a16:creationId xmlns:a16="http://schemas.microsoft.com/office/drawing/2014/main" id="{17C891D4-B474-22B5-D623-4911FDA1DAB9}"/>
              </a:ext>
            </a:extLst>
          </p:cNvPr>
          <p:cNvSpPr/>
          <p:nvPr/>
        </p:nvSpPr>
        <p:spPr>
          <a:xfrm>
            <a:off x="1642872" y="3162393"/>
            <a:ext cx="1992430" cy="544989"/>
          </a:xfrm>
          <a:prstGeom prst="roundRect">
            <a:avLst>
              <a:gd name="adj" fmla="val 50000"/>
            </a:avLst>
          </a:prstGeom>
          <a:solidFill>
            <a:srgbClr val="12B3C7"/>
          </a:solidFill>
          <a:ln>
            <a:solidFill>
              <a:srgbClr val="12B3C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2400" b="1" dirty="0"/>
              <a:t>年次</a:t>
            </a:r>
          </a:p>
        </p:txBody>
      </p:sp>
      <p:sp>
        <p:nvSpPr>
          <p:cNvPr id="7" name="四角形: 角を丸くする 6">
            <a:extLst>
              <a:ext uri="{FF2B5EF4-FFF2-40B4-BE49-F238E27FC236}">
                <a16:creationId xmlns:a16="http://schemas.microsoft.com/office/drawing/2014/main" id="{ADA8D68B-F215-3D78-DC87-DD3939C996CF}"/>
              </a:ext>
            </a:extLst>
          </p:cNvPr>
          <p:cNvSpPr/>
          <p:nvPr/>
        </p:nvSpPr>
        <p:spPr>
          <a:xfrm>
            <a:off x="1642872" y="4280502"/>
            <a:ext cx="1992430" cy="544989"/>
          </a:xfrm>
          <a:prstGeom prst="roundRect">
            <a:avLst>
              <a:gd name="adj" fmla="val 50000"/>
            </a:avLst>
          </a:prstGeom>
          <a:solidFill>
            <a:srgbClr val="12B3C7"/>
          </a:solidFill>
          <a:ln>
            <a:solidFill>
              <a:srgbClr val="12B3C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2400" b="1" dirty="0"/>
              <a:t>趣味</a:t>
            </a:r>
          </a:p>
        </p:txBody>
      </p:sp>
      <p:sp>
        <p:nvSpPr>
          <p:cNvPr id="8" name="四角形: 角を丸くする 7">
            <a:extLst>
              <a:ext uri="{FF2B5EF4-FFF2-40B4-BE49-F238E27FC236}">
                <a16:creationId xmlns:a16="http://schemas.microsoft.com/office/drawing/2014/main" id="{40E1406D-B01D-4AEB-DA9D-A2E3EEA2FF17}"/>
              </a:ext>
            </a:extLst>
          </p:cNvPr>
          <p:cNvSpPr/>
          <p:nvPr/>
        </p:nvSpPr>
        <p:spPr>
          <a:xfrm>
            <a:off x="1642872" y="5398611"/>
            <a:ext cx="1992430" cy="544989"/>
          </a:xfrm>
          <a:prstGeom prst="roundRect">
            <a:avLst>
              <a:gd name="adj" fmla="val 50000"/>
            </a:avLst>
          </a:prstGeom>
          <a:solidFill>
            <a:srgbClr val="12B3C7"/>
          </a:solidFill>
          <a:ln>
            <a:solidFill>
              <a:srgbClr val="12B3C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2400" b="1" dirty="0"/>
              <a:t>大学時代</a:t>
            </a:r>
          </a:p>
        </p:txBody>
      </p:sp>
      <p:sp>
        <p:nvSpPr>
          <p:cNvPr id="9" name="テキスト ボックス 8">
            <a:extLst>
              <a:ext uri="{FF2B5EF4-FFF2-40B4-BE49-F238E27FC236}">
                <a16:creationId xmlns:a16="http://schemas.microsoft.com/office/drawing/2014/main" id="{7FAF3BEB-DE3F-1946-421B-2F0947ABD5AE}"/>
              </a:ext>
            </a:extLst>
          </p:cNvPr>
          <p:cNvSpPr txBox="1"/>
          <p:nvPr/>
        </p:nvSpPr>
        <p:spPr>
          <a:xfrm>
            <a:off x="4353025" y="2085945"/>
            <a:ext cx="1599719" cy="461665"/>
          </a:xfrm>
          <a:prstGeom prst="rect">
            <a:avLst/>
          </a:prstGeom>
          <a:noFill/>
        </p:spPr>
        <p:txBody>
          <a:bodyPr wrap="square" rtlCol="0">
            <a:spAutoFit/>
          </a:bodyPr>
          <a:lstStyle/>
          <a:p>
            <a:r>
              <a:rPr kumimoji="1" lang="ja-JP" altLang="en-US" sz="2400" b="1" dirty="0">
                <a:solidFill>
                  <a:srgbClr val="4C4948"/>
                </a:solidFill>
              </a:rPr>
              <a:t>相川 裕希</a:t>
            </a:r>
          </a:p>
        </p:txBody>
      </p:sp>
      <p:sp>
        <p:nvSpPr>
          <p:cNvPr id="10" name="テキスト ボックス 9">
            <a:extLst>
              <a:ext uri="{FF2B5EF4-FFF2-40B4-BE49-F238E27FC236}">
                <a16:creationId xmlns:a16="http://schemas.microsoft.com/office/drawing/2014/main" id="{9BAE054E-CC7E-BB76-8C95-6B13479B0421}"/>
              </a:ext>
            </a:extLst>
          </p:cNvPr>
          <p:cNvSpPr txBox="1"/>
          <p:nvPr/>
        </p:nvSpPr>
        <p:spPr>
          <a:xfrm>
            <a:off x="4353025" y="3198167"/>
            <a:ext cx="5129304" cy="461665"/>
          </a:xfrm>
          <a:prstGeom prst="rect">
            <a:avLst/>
          </a:prstGeom>
          <a:noFill/>
        </p:spPr>
        <p:txBody>
          <a:bodyPr wrap="square" rtlCol="0">
            <a:spAutoFit/>
          </a:bodyPr>
          <a:lstStyle/>
          <a:p>
            <a:r>
              <a:rPr lang="en-US" altLang="ja-JP" sz="2400" b="1" dirty="0">
                <a:solidFill>
                  <a:srgbClr val="4C4948"/>
                </a:solidFill>
              </a:rPr>
              <a:t>2022</a:t>
            </a:r>
            <a:r>
              <a:rPr lang="ja-JP" altLang="en-US" sz="2400" b="1" dirty="0">
                <a:solidFill>
                  <a:srgbClr val="4C4948"/>
                </a:solidFill>
              </a:rPr>
              <a:t>年度入社 ３年目</a:t>
            </a:r>
            <a:endParaRPr kumimoji="1" lang="ja-JP" altLang="en-US" sz="2400" b="1" dirty="0">
              <a:solidFill>
                <a:srgbClr val="4C4948"/>
              </a:solidFill>
            </a:endParaRPr>
          </a:p>
        </p:txBody>
      </p:sp>
      <p:sp>
        <p:nvSpPr>
          <p:cNvPr id="11" name="テキスト ボックス 10">
            <a:extLst>
              <a:ext uri="{FF2B5EF4-FFF2-40B4-BE49-F238E27FC236}">
                <a16:creationId xmlns:a16="http://schemas.microsoft.com/office/drawing/2014/main" id="{D040FA95-4DEA-B912-0EF5-9411BEC0E563}"/>
              </a:ext>
            </a:extLst>
          </p:cNvPr>
          <p:cNvSpPr txBox="1"/>
          <p:nvPr/>
        </p:nvSpPr>
        <p:spPr>
          <a:xfrm>
            <a:off x="4353025" y="3952831"/>
            <a:ext cx="5129304" cy="1200329"/>
          </a:xfrm>
          <a:prstGeom prst="rect">
            <a:avLst/>
          </a:prstGeom>
          <a:noFill/>
        </p:spPr>
        <p:txBody>
          <a:bodyPr wrap="square" rtlCol="0">
            <a:spAutoFit/>
          </a:bodyPr>
          <a:lstStyle/>
          <a:p>
            <a:r>
              <a:rPr kumimoji="1" lang="ja-JP" altLang="en-US" sz="2400" b="1" dirty="0">
                <a:solidFill>
                  <a:srgbClr val="4C4948"/>
                </a:solidFill>
              </a:rPr>
              <a:t>音楽を聴くこと</a:t>
            </a:r>
            <a:endParaRPr kumimoji="1" lang="en-US" altLang="ja-JP" sz="2400" b="1" dirty="0">
              <a:solidFill>
                <a:srgbClr val="4C4948"/>
              </a:solidFill>
            </a:endParaRPr>
          </a:p>
          <a:p>
            <a:r>
              <a:rPr lang="ja-JP" altLang="en-US" sz="2400" b="1" dirty="0">
                <a:solidFill>
                  <a:srgbClr val="4C4948"/>
                </a:solidFill>
              </a:rPr>
              <a:t>ゲームをすること</a:t>
            </a:r>
            <a:br>
              <a:rPr lang="en-US" altLang="ja-JP" sz="2400" b="1" dirty="0">
                <a:solidFill>
                  <a:srgbClr val="4C4948"/>
                </a:solidFill>
              </a:rPr>
            </a:br>
            <a:r>
              <a:rPr lang="ja-JP" altLang="en-US" sz="2400" b="1" dirty="0">
                <a:solidFill>
                  <a:srgbClr val="4C4948"/>
                </a:solidFill>
              </a:rPr>
              <a:t>飲食</a:t>
            </a:r>
            <a:r>
              <a:rPr lang="en-US" altLang="ja-JP" sz="2400" b="1" dirty="0">
                <a:solidFill>
                  <a:srgbClr val="4C4948"/>
                </a:solidFill>
              </a:rPr>
              <a:t>(</a:t>
            </a:r>
            <a:r>
              <a:rPr lang="ja-JP" altLang="en-US" sz="2400" b="1" dirty="0">
                <a:solidFill>
                  <a:srgbClr val="4C4948"/>
                </a:solidFill>
              </a:rPr>
              <a:t>コーヒー・飲酒・ラーメン</a:t>
            </a:r>
            <a:r>
              <a:rPr lang="en-US" altLang="ja-JP" sz="2400" b="1" dirty="0">
                <a:solidFill>
                  <a:srgbClr val="4C4948"/>
                </a:solidFill>
              </a:rPr>
              <a:t>)</a:t>
            </a:r>
          </a:p>
        </p:txBody>
      </p:sp>
      <p:sp>
        <p:nvSpPr>
          <p:cNvPr id="12" name="テキスト ボックス 11">
            <a:extLst>
              <a:ext uri="{FF2B5EF4-FFF2-40B4-BE49-F238E27FC236}">
                <a16:creationId xmlns:a16="http://schemas.microsoft.com/office/drawing/2014/main" id="{C708C72D-A94E-5068-9F02-84AFC4927AD8}"/>
              </a:ext>
            </a:extLst>
          </p:cNvPr>
          <p:cNvSpPr txBox="1"/>
          <p:nvPr/>
        </p:nvSpPr>
        <p:spPr>
          <a:xfrm>
            <a:off x="4353025" y="5440272"/>
            <a:ext cx="6436895" cy="830997"/>
          </a:xfrm>
          <a:prstGeom prst="rect">
            <a:avLst/>
          </a:prstGeom>
          <a:noFill/>
        </p:spPr>
        <p:txBody>
          <a:bodyPr wrap="square" rtlCol="0">
            <a:spAutoFit/>
          </a:bodyPr>
          <a:lstStyle/>
          <a:p>
            <a:r>
              <a:rPr lang="en-US" altLang="ja-JP" sz="2400" b="1" dirty="0">
                <a:solidFill>
                  <a:srgbClr val="4C4948"/>
                </a:solidFill>
              </a:rPr>
              <a:t>VR</a:t>
            </a:r>
            <a:r>
              <a:rPr lang="ja-JP" altLang="en-US" sz="2400" b="1" dirty="0">
                <a:solidFill>
                  <a:srgbClr val="4C4948"/>
                </a:solidFill>
              </a:rPr>
              <a:t>空間で心肺蘇生法の学習ができるシステムを作成し、有用性を検証する研究</a:t>
            </a:r>
            <a:endParaRPr kumimoji="1" lang="ja-JP" altLang="en-US" sz="2400" b="1" dirty="0">
              <a:solidFill>
                <a:srgbClr val="4C4948"/>
              </a:solidFill>
            </a:endParaRPr>
          </a:p>
        </p:txBody>
      </p:sp>
    </p:spTree>
    <p:extLst>
      <p:ext uri="{BB962C8B-B14F-4D97-AF65-F5344CB8AC3E}">
        <p14:creationId xmlns:p14="http://schemas.microsoft.com/office/powerpoint/2010/main" val="230944032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08F87F-7474-3E71-AC37-23EC58F0D899}"/>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FFA24CE4-9CDB-7F46-445D-BAD847CC48A7}"/>
              </a:ext>
            </a:extLst>
          </p:cNvPr>
          <p:cNvSpPr>
            <a:spLocks noGrp="1"/>
          </p:cNvSpPr>
          <p:nvPr>
            <p:ph type="title"/>
          </p:nvPr>
        </p:nvSpPr>
        <p:spPr/>
        <p:txBody>
          <a:bodyPr/>
          <a:lstStyle/>
          <a:p>
            <a:r>
              <a:rPr kumimoji="1" lang="ja-JP" altLang="en-US" dirty="0"/>
              <a:t>自己紹介</a:t>
            </a:r>
          </a:p>
        </p:txBody>
      </p:sp>
      <p:sp>
        <p:nvSpPr>
          <p:cNvPr id="4" name="スライド番号プレースホルダー 3">
            <a:extLst>
              <a:ext uri="{FF2B5EF4-FFF2-40B4-BE49-F238E27FC236}">
                <a16:creationId xmlns:a16="http://schemas.microsoft.com/office/drawing/2014/main" id="{D5B96CD1-2A73-1621-AF57-B33ABE2F2154}"/>
              </a:ext>
            </a:extLst>
          </p:cNvPr>
          <p:cNvSpPr>
            <a:spLocks noGrp="1"/>
          </p:cNvSpPr>
          <p:nvPr>
            <p:ph type="sldNum" sz="quarter" idx="12"/>
          </p:nvPr>
        </p:nvSpPr>
        <p:spPr/>
        <p:txBody>
          <a:bodyPr/>
          <a:lstStyle/>
          <a:p>
            <a:fld id="{A47ACDBF-E3C6-4DD5-8189-300D63B6E3FF}" type="slidenum">
              <a:rPr kumimoji="1" lang="ja-JP" altLang="en-US" smtClean="0"/>
              <a:t>6</a:t>
            </a:fld>
            <a:endParaRPr kumimoji="1" lang="ja-JP" altLang="en-US"/>
          </a:p>
        </p:txBody>
      </p:sp>
      <p:sp>
        <p:nvSpPr>
          <p:cNvPr id="5" name="四角形: 角を丸くする 4">
            <a:extLst>
              <a:ext uri="{FF2B5EF4-FFF2-40B4-BE49-F238E27FC236}">
                <a16:creationId xmlns:a16="http://schemas.microsoft.com/office/drawing/2014/main" id="{9AA5D073-10AB-A989-B762-AFFB00E24DDE}"/>
              </a:ext>
            </a:extLst>
          </p:cNvPr>
          <p:cNvSpPr/>
          <p:nvPr/>
        </p:nvSpPr>
        <p:spPr>
          <a:xfrm>
            <a:off x="1642872" y="2044284"/>
            <a:ext cx="1992430" cy="544989"/>
          </a:xfrm>
          <a:prstGeom prst="roundRect">
            <a:avLst>
              <a:gd name="adj" fmla="val 50000"/>
            </a:avLst>
          </a:prstGeom>
          <a:solidFill>
            <a:srgbClr val="12B3C7"/>
          </a:solidFill>
          <a:ln>
            <a:solidFill>
              <a:srgbClr val="12B3C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2400" b="1" dirty="0"/>
              <a:t>異動前</a:t>
            </a:r>
          </a:p>
        </p:txBody>
      </p:sp>
      <p:sp>
        <p:nvSpPr>
          <p:cNvPr id="9" name="テキスト ボックス 8">
            <a:extLst>
              <a:ext uri="{FF2B5EF4-FFF2-40B4-BE49-F238E27FC236}">
                <a16:creationId xmlns:a16="http://schemas.microsoft.com/office/drawing/2014/main" id="{EB2AA637-FD05-41AA-1556-371077CF3DAA}"/>
              </a:ext>
            </a:extLst>
          </p:cNvPr>
          <p:cNvSpPr txBox="1"/>
          <p:nvPr/>
        </p:nvSpPr>
        <p:spPr>
          <a:xfrm>
            <a:off x="4353025" y="2085945"/>
            <a:ext cx="4851935" cy="1200329"/>
          </a:xfrm>
          <a:prstGeom prst="rect">
            <a:avLst/>
          </a:prstGeom>
          <a:noFill/>
        </p:spPr>
        <p:txBody>
          <a:bodyPr wrap="square" rtlCol="0">
            <a:spAutoFit/>
          </a:bodyPr>
          <a:lstStyle/>
          <a:p>
            <a:pPr marL="342900" indent="-342900">
              <a:buFont typeface="Arial" panose="020B0604020202020204" pitchFamily="34" charset="0"/>
              <a:buChar char="•"/>
            </a:pPr>
            <a:r>
              <a:rPr lang="en-US" altLang="ja-JP" sz="2400" b="1" dirty="0" err="1">
                <a:solidFill>
                  <a:srgbClr val="4C4948"/>
                </a:solidFill>
              </a:rPr>
              <a:t>Tance</a:t>
            </a:r>
            <a:r>
              <a:rPr lang="ja-JP" altLang="en-US" sz="2400" b="1" dirty="0">
                <a:solidFill>
                  <a:srgbClr val="4C4948"/>
                </a:solidFill>
              </a:rPr>
              <a:t>参画に向けた勉強</a:t>
            </a:r>
            <a:endParaRPr lang="en-US" altLang="ja-JP" sz="2400" b="1" dirty="0">
              <a:solidFill>
                <a:srgbClr val="4C4948"/>
              </a:solidFill>
            </a:endParaRPr>
          </a:p>
          <a:p>
            <a:pPr marL="342900" indent="-342900">
              <a:buFont typeface="Arial" panose="020B0604020202020204" pitchFamily="34" charset="0"/>
              <a:buChar char="•"/>
            </a:pPr>
            <a:r>
              <a:rPr kumimoji="1" lang="ja-JP" altLang="en-US" sz="2400" b="1" dirty="0">
                <a:solidFill>
                  <a:srgbClr val="4C4948"/>
                </a:solidFill>
              </a:rPr>
              <a:t>受けセン</a:t>
            </a:r>
            <a:r>
              <a:rPr kumimoji="1" lang="en-US" altLang="ja-JP" sz="2400" b="1" dirty="0">
                <a:solidFill>
                  <a:srgbClr val="4C4948"/>
                </a:solidFill>
              </a:rPr>
              <a:t>PoC</a:t>
            </a:r>
          </a:p>
          <a:p>
            <a:pPr marL="342900" indent="-342900">
              <a:buFont typeface="Arial" panose="020B0604020202020204" pitchFamily="34" charset="0"/>
              <a:buChar char="•"/>
            </a:pPr>
            <a:r>
              <a:rPr lang="en-US" altLang="ja-JP" sz="2400" b="1" dirty="0">
                <a:solidFill>
                  <a:srgbClr val="4C4948"/>
                </a:solidFill>
              </a:rPr>
              <a:t>CNC</a:t>
            </a:r>
            <a:r>
              <a:rPr lang="ja-JP" altLang="en-US" sz="2400" b="1" dirty="0">
                <a:solidFill>
                  <a:srgbClr val="4C4948"/>
                </a:solidFill>
              </a:rPr>
              <a:t>基盤更改</a:t>
            </a:r>
            <a:r>
              <a:rPr lang="en-US" altLang="ja-JP" sz="2400" b="1" dirty="0">
                <a:solidFill>
                  <a:srgbClr val="4C4948"/>
                </a:solidFill>
              </a:rPr>
              <a:t>(JET-S</a:t>
            </a:r>
            <a:r>
              <a:rPr lang="ja-JP" altLang="en-US" sz="2400" b="1" dirty="0">
                <a:solidFill>
                  <a:srgbClr val="4C4948"/>
                </a:solidFill>
              </a:rPr>
              <a:t>移行</a:t>
            </a:r>
            <a:r>
              <a:rPr lang="en-US" altLang="ja-JP" sz="2400" b="1" dirty="0">
                <a:solidFill>
                  <a:srgbClr val="4C4948"/>
                </a:solidFill>
              </a:rPr>
              <a:t>)</a:t>
            </a:r>
            <a:endParaRPr kumimoji="1" lang="ja-JP" altLang="en-US" sz="2400" b="1" dirty="0">
              <a:solidFill>
                <a:srgbClr val="4C4948"/>
              </a:solidFill>
            </a:endParaRPr>
          </a:p>
        </p:txBody>
      </p:sp>
    </p:spTree>
    <p:extLst>
      <p:ext uri="{BB962C8B-B14F-4D97-AF65-F5344CB8AC3E}">
        <p14:creationId xmlns:p14="http://schemas.microsoft.com/office/powerpoint/2010/main" val="413832178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正方形/長方形 10">
            <a:extLst>
              <a:ext uri="{FF2B5EF4-FFF2-40B4-BE49-F238E27FC236}">
                <a16:creationId xmlns:a16="http://schemas.microsoft.com/office/drawing/2014/main" id="{8700903B-2D06-EFFE-031D-F35C42C2601F}"/>
              </a:ext>
            </a:extLst>
          </p:cNvPr>
          <p:cNvSpPr/>
          <p:nvPr/>
        </p:nvSpPr>
        <p:spPr>
          <a:xfrm>
            <a:off x="-1" y="0"/>
            <a:ext cx="12192001" cy="6858000"/>
          </a:xfrm>
          <a:prstGeom prst="rect">
            <a:avLst/>
          </a:prstGeom>
          <a:solidFill>
            <a:srgbClr val="12B3C7"/>
          </a:solidFill>
          <a:ln w="38100">
            <a:solidFill>
              <a:srgbClr val="12B3C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2000" b="1" dirty="0"/>
          </a:p>
        </p:txBody>
      </p:sp>
      <p:sp>
        <p:nvSpPr>
          <p:cNvPr id="2" name="テキスト ボックス 1">
            <a:extLst>
              <a:ext uri="{FF2B5EF4-FFF2-40B4-BE49-F238E27FC236}">
                <a16:creationId xmlns:a16="http://schemas.microsoft.com/office/drawing/2014/main" id="{FBDF3CA7-9051-F556-64F3-547749D5157A}"/>
              </a:ext>
            </a:extLst>
          </p:cNvPr>
          <p:cNvSpPr txBox="1"/>
          <p:nvPr/>
        </p:nvSpPr>
        <p:spPr>
          <a:xfrm>
            <a:off x="-1" y="56906"/>
            <a:ext cx="3126608" cy="2646878"/>
          </a:xfrm>
          <a:prstGeom prst="rect">
            <a:avLst/>
          </a:prstGeom>
          <a:noFill/>
        </p:spPr>
        <p:txBody>
          <a:bodyPr wrap="square" rtlCol="0">
            <a:spAutoFit/>
          </a:bodyPr>
          <a:lstStyle/>
          <a:p>
            <a:pPr algn="ctr"/>
            <a:r>
              <a:rPr kumimoji="1" lang="en-US" altLang="ja-JP" sz="16600" b="1" dirty="0">
                <a:solidFill>
                  <a:srgbClr val="0F93A5"/>
                </a:solidFill>
              </a:rPr>
              <a:t>02</a:t>
            </a:r>
            <a:endParaRPr kumimoji="1" lang="ja-JP" altLang="en-US" sz="16600" b="1" dirty="0">
              <a:solidFill>
                <a:srgbClr val="0F93A5"/>
              </a:solidFill>
            </a:endParaRPr>
          </a:p>
        </p:txBody>
      </p:sp>
      <p:sp>
        <p:nvSpPr>
          <p:cNvPr id="10" name="テキスト ボックス 9">
            <a:extLst>
              <a:ext uri="{FF2B5EF4-FFF2-40B4-BE49-F238E27FC236}">
                <a16:creationId xmlns:a16="http://schemas.microsoft.com/office/drawing/2014/main" id="{DD4FF5DF-A2F4-1767-F3DE-F14916745A68}"/>
              </a:ext>
            </a:extLst>
          </p:cNvPr>
          <p:cNvSpPr txBox="1"/>
          <p:nvPr/>
        </p:nvSpPr>
        <p:spPr>
          <a:xfrm>
            <a:off x="426716" y="2321004"/>
            <a:ext cx="6366173" cy="1107996"/>
          </a:xfrm>
          <a:prstGeom prst="rect">
            <a:avLst/>
          </a:prstGeom>
          <a:noFill/>
        </p:spPr>
        <p:txBody>
          <a:bodyPr wrap="square" rtlCol="0">
            <a:spAutoFit/>
          </a:bodyPr>
          <a:lstStyle/>
          <a:p>
            <a:pPr algn="ctr"/>
            <a:r>
              <a:rPr kumimoji="1" lang="ja-JP" altLang="en-US" sz="6600" b="1" dirty="0">
                <a:solidFill>
                  <a:schemeClr val="bg1"/>
                </a:solidFill>
              </a:rPr>
              <a:t>やってきたこと</a:t>
            </a:r>
          </a:p>
        </p:txBody>
      </p:sp>
      <p:sp>
        <p:nvSpPr>
          <p:cNvPr id="3" name="テキスト ボックス 2">
            <a:extLst>
              <a:ext uri="{FF2B5EF4-FFF2-40B4-BE49-F238E27FC236}">
                <a16:creationId xmlns:a16="http://schemas.microsoft.com/office/drawing/2014/main" id="{660A36E4-8632-17CB-5B58-090B30EDE5D6}"/>
              </a:ext>
            </a:extLst>
          </p:cNvPr>
          <p:cNvSpPr txBox="1"/>
          <p:nvPr/>
        </p:nvSpPr>
        <p:spPr>
          <a:xfrm>
            <a:off x="8006187" y="3429000"/>
            <a:ext cx="1555281" cy="461665"/>
          </a:xfrm>
          <a:prstGeom prst="rect">
            <a:avLst/>
          </a:prstGeom>
          <a:noFill/>
        </p:spPr>
        <p:txBody>
          <a:bodyPr wrap="square" rtlCol="0">
            <a:spAutoFit/>
          </a:bodyPr>
          <a:lstStyle/>
          <a:p>
            <a:r>
              <a:rPr kumimoji="1" lang="ja-JP" altLang="en-US" sz="2400" b="1" dirty="0">
                <a:solidFill>
                  <a:srgbClr val="0F93A5"/>
                </a:solidFill>
              </a:rPr>
              <a:t>自己紹介</a:t>
            </a:r>
          </a:p>
        </p:txBody>
      </p:sp>
      <p:sp>
        <p:nvSpPr>
          <p:cNvPr id="4" name="テキスト ボックス 3">
            <a:extLst>
              <a:ext uri="{FF2B5EF4-FFF2-40B4-BE49-F238E27FC236}">
                <a16:creationId xmlns:a16="http://schemas.microsoft.com/office/drawing/2014/main" id="{0F86BECA-70C0-EF82-AD01-85BCFB71EB2E}"/>
              </a:ext>
            </a:extLst>
          </p:cNvPr>
          <p:cNvSpPr txBox="1"/>
          <p:nvPr/>
        </p:nvSpPr>
        <p:spPr>
          <a:xfrm>
            <a:off x="8006187" y="4066097"/>
            <a:ext cx="2733666" cy="461665"/>
          </a:xfrm>
          <a:prstGeom prst="rect">
            <a:avLst/>
          </a:prstGeom>
          <a:noFill/>
        </p:spPr>
        <p:txBody>
          <a:bodyPr wrap="square" rtlCol="0">
            <a:spAutoFit/>
          </a:bodyPr>
          <a:lstStyle/>
          <a:p>
            <a:r>
              <a:rPr lang="ja-JP" altLang="en-US" sz="2400" b="1" dirty="0">
                <a:solidFill>
                  <a:schemeClr val="bg1"/>
                </a:solidFill>
              </a:rPr>
              <a:t>やってきたこと</a:t>
            </a:r>
            <a:endParaRPr kumimoji="1" lang="ja-JP" altLang="en-US" sz="2400" b="1" dirty="0">
              <a:solidFill>
                <a:schemeClr val="bg1"/>
              </a:solidFill>
            </a:endParaRPr>
          </a:p>
        </p:txBody>
      </p:sp>
      <p:sp>
        <p:nvSpPr>
          <p:cNvPr id="6" name="テキスト ボックス 5">
            <a:extLst>
              <a:ext uri="{FF2B5EF4-FFF2-40B4-BE49-F238E27FC236}">
                <a16:creationId xmlns:a16="http://schemas.microsoft.com/office/drawing/2014/main" id="{CCA35EC9-B339-3699-5BFD-0754CD411416}"/>
              </a:ext>
            </a:extLst>
          </p:cNvPr>
          <p:cNvSpPr txBox="1"/>
          <p:nvPr/>
        </p:nvSpPr>
        <p:spPr>
          <a:xfrm>
            <a:off x="8006188" y="4703194"/>
            <a:ext cx="2733666" cy="461665"/>
          </a:xfrm>
          <a:prstGeom prst="rect">
            <a:avLst/>
          </a:prstGeom>
          <a:noFill/>
        </p:spPr>
        <p:txBody>
          <a:bodyPr wrap="square" rtlCol="0">
            <a:spAutoFit/>
          </a:bodyPr>
          <a:lstStyle/>
          <a:p>
            <a:r>
              <a:rPr kumimoji="1" lang="ja-JP" altLang="en-US" sz="2400" b="1" dirty="0">
                <a:solidFill>
                  <a:srgbClr val="0F93A5"/>
                </a:solidFill>
              </a:rPr>
              <a:t>プロジェクト紹介</a:t>
            </a:r>
          </a:p>
        </p:txBody>
      </p:sp>
      <p:sp>
        <p:nvSpPr>
          <p:cNvPr id="8" name="テキスト ボックス 7">
            <a:extLst>
              <a:ext uri="{FF2B5EF4-FFF2-40B4-BE49-F238E27FC236}">
                <a16:creationId xmlns:a16="http://schemas.microsoft.com/office/drawing/2014/main" id="{FC99E5CC-F416-1136-4472-F1E5986685FD}"/>
              </a:ext>
            </a:extLst>
          </p:cNvPr>
          <p:cNvSpPr txBox="1"/>
          <p:nvPr/>
        </p:nvSpPr>
        <p:spPr>
          <a:xfrm>
            <a:off x="8006187" y="5340291"/>
            <a:ext cx="2554103" cy="461665"/>
          </a:xfrm>
          <a:prstGeom prst="rect">
            <a:avLst/>
          </a:prstGeom>
          <a:noFill/>
        </p:spPr>
        <p:txBody>
          <a:bodyPr wrap="square" rtlCol="0">
            <a:spAutoFit/>
          </a:bodyPr>
          <a:lstStyle/>
          <a:p>
            <a:r>
              <a:rPr lang="en-US" altLang="ja-JP" sz="2400" b="1" dirty="0">
                <a:solidFill>
                  <a:srgbClr val="0F93A5"/>
                </a:solidFill>
              </a:rPr>
              <a:t>1</a:t>
            </a:r>
            <a:r>
              <a:rPr lang="ja-JP" altLang="en-US" sz="2400" b="1" dirty="0">
                <a:solidFill>
                  <a:srgbClr val="0F93A5"/>
                </a:solidFill>
              </a:rPr>
              <a:t>年間の振り返り</a:t>
            </a:r>
            <a:endParaRPr kumimoji="1" lang="en-US" altLang="ja-JP" sz="2400" b="1" dirty="0">
              <a:solidFill>
                <a:srgbClr val="0F93A5"/>
              </a:solidFill>
            </a:endParaRPr>
          </a:p>
        </p:txBody>
      </p:sp>
      <p:sp>
        <p:nvSpPr>
          <p:cNvPr id="9" name="テキスト ボックス 8">
            <a:extLst>
              <a:ext uri="{FF2B5EF4-FFF2-40B4-BE49-F238E27FC236}">
                <a16:creationId xmlns:a16="http://schemas.microsoft.com/office/drawing/2014/main" id="{1408573B-7FBC-03AB-9DD7-7BDD90A42EE0}"/>
              </a:ext>
            </a:extLst>
          </p:cNvPr>
          <p:cNvSpPr txBox="1"/>
          <p:nvPr/>
        </p:nvSpPr>
        <p:spPr>
          <a:xfrm>
            <a:off x="8006187" y="5977388"/>
            <a:ext cx="2374539" cy="461665"/>
          </a:xfrm>
          <a:prstGeom prst="rect">
            <a:avLst/>
          </a:prstGeom>
          <a:noFill/>
        </p:spPr>
        <p:txBody>
          <a:bodyPr wrap="square" rtlCol="0">
            <a:spAutoFit/>
          </a:bodyPr>
          <a:lstStyle/>
          <a:p>
            <a:r>
              <a:rPr kumimoji="1" lang="ja-JP" altLang="en-US" sz="2400" b="1" dirty="0">
                <a:solidFill>
                  <a:srgbClr val="0F93A5"/>
                </a:solidFill>
              </a:rPr>
              <a:t>来年度の目標</a:t>
            </a:r>
            <a:endParaRPr kumimoji="1" lang="en-US" altLang="ja-JP" sz="2400" b="1" dirty="0">
              <a:solidFill>
                <a:srgbClr val="0F93A5"/>
              </a:solidFill>
            </a:endParaRPr>
          </a:p>
        </p:txBody>
      </p:sp>
      <p:sp>
        <p:nvSpPr>
          <p:cNvPr id="12" name="楕円 11">
            <a:extLst>
              <a:ext uri="{FF2B5EF4-FFF2-40B4-BE49-F238E27FC236}">
                <a16:creationId xmlns:a16="http://schemas.microsoft.com/office/drawing/2014/main" id="{A9CA5EAC-6406-3F96-1112-3630118D0F07}"/>
              </a:ext>
            </a:extLst>
          </p:cNvPr>
          <p:cNvSpPr/>
          <p:nvPr/>
        </p:nvSpPr>
        <p:spPr>
          <a:xfrm>
            <a:off x="7291521" y="3370474"/>
            <a:ext cx="468429" cy="468429"/>
          </a:xfrm>
          <a:prstGeom prst="ellipse">
            <a:avLst/>
          </a:prstGeom>
          <a:solidFill>
            <a:srgbClr val="0F93A5"/>
          </a:solidFill>
          <a:ln>
            <a:solidFill>
              <a:srgbClr val="12B3C7"/>
            </a:solidFill>
          </a:ln>
        </p:spPr>
        <p:style>
          <a:lnRef idx="2">
            <a:schemeClr val="accent1">
              <a:shade val="50000"/>
            </a:schemeClr>
          </a:lnRef>
          <a:fillRef idx="1">
            <a:schemeClr val="accent1"/>
          </a:fillRef>
          <a:effectRef idx="0">
            <a:schemeClr val="accent1"/>
          </a:effectRef>
          <a:fontRef idx="minor">
            <a:schemeClr val="lt1"/>
          </a:fontRef>
        </p:style>
        <p:txBody>
          <a:bodyPr wrap="none" lIns="108000" tIns="108000" rtlCol="0" anchor="ctr"/>
          <a:lstStyle/>
          <a:p>
            <a:pPr algn="ctr"/>
            <a:r>
              <a:rPr kumimoji="1" lang="en-US" altLang="ja-JP" sz="2000" b="1" dirty="0">
                <a:solidFill>
                  <a:srgbClr val="12B3C7"/>
                </a:solidFill>
              </a:rPr>
              <a:t>01</a:t>
            </a:r>
            <a:endParaRPr kumimoji="1" lang="ja-JP" altLang="en-US" sz="2000" b="1" dirty="0">
              <a:solidFill>
                <a:srgbClr val="12B3C7"/>
              </a:solidFill>
            </a:endParaRPr>
          </a:p>
        </p:txBody>
      </p:sp>
      <p:sp>
        <p:nvSpPr>
          <p:cNvPr id="20" name="楕円 19">
            <a:extLst>
              <a:ext uri="{FF2B5EF4-FFF2-40B4-BE49-F238E27FC236}">
                <a16:creationId xmlns:a16="http://schemas.microsoft.com/office/drawing/2014/main" id="{A6654F2E-CE52-7F63-90D7-E7EAA04EFFC9}"/>
              </a:ext>
            </a:extLst>
          </p:cNvPr>
          <p:cNvSpPr/>
          <p:nvPr/>
        </p:nvSpPr>
        <p:spPr>
          <a:xfrm>
            <a:off x="7291521" y="4020512"/>
            <a:ext cx="468429" cy="468429"/>
          </a:xfrm>
          <a:prstGeom prst="ellipse">
            <a:avLst/>
          </a:prstGeom>
          <a:solidFill>
            <a:schemeClr val="bg1"/>
          </a:solidFill>
          <a:ln>
            <a:solidFill>
              <a:srgbClr val="12B3C7"/>
            </a:solidFill>
          </a:ln>
        </p:spPr>
        <p:style>
          <a:lnRef idx="2">
            <a:schemeClr val="accent1">
              <a:shade val="50000"/>
            </a:schemeClr>
          </a:lnRef>
          <a:fillRef idx="1">
            <a:schemeClr val="accent1"/>
          </a:fillRef>
          <a:effectRef idx="0">
            <a:schemeClr val="accent1"/>
          </a:effectRef>
          <a:fontRef idx="minor">
            <a:schemeClr val="lt1"/>
          </a:fontRef>
        </p:style>
        <p:txBody>
          <a:bodyPr wrap="none" lIns="108000" tIns="108000" rtlCol="0" anchor="ctr"/>
          <a:lstStyle/>
          <a:p>
            <a:pPr algn="ctr"/>
            <a:r>
              <a:rPr kumimoji="1" lang="en-US" altLang="ja-JP" sz="2000" b="1" dirty="0">
                <a:solidFill>
                  <a:srgbClr val="12B3C7"/>
                </a:solidFill>
              </a:rPr>
              <a:t>02</a:t>
            </a:r>
            <a:endParaRPr kumimoji="1" lang="ja-JP" altLang="en-US" sz="2000" b="1" dirty="0">
              <a:solidFill>
                <a:srgbClr val="12B3C7"/>
              </a:solidFill>
            </a:endParaRPr>
          </a:p>
        </p:txBody>
      </p:sp>
      <p:sp>
        <p:nvSpPr>
          <p:cNvPr id="21" name="楕円 20">
            <a:extLst>
              <a:ext uri="{FF2B5EF4-FFF2-40B4-BE49-F238E27FC236}">
                <a16:creationId xmlns:a16="http://schemas.microsoft.com/office/drawing/2014/main" id="{19E3B031-93D2-FF07-1C21-8D917D0FF02A}"/>
              </a:ext>
            </a:extLst>
          </p:cNvPr>
          <p:cNvSpPr/>
          <p:nvPr/>
        </p:nvSpPr>
        <p:spPr>
          <a:xfrm>
            <a:off x="7291521" y="4670550"/>
            <a:ext cx="468429" cy="468429"/>
          </a:xfrm>
          <a:prstGeom prst="ellipse">
            <a:avLst/>
          </a:prstGeom>
          <a:solidFill>
            <a:srgbClr val="0F93A5"/>
          </a:solidFill>
          <a:ln>
            <a:solidFill>
              <a:srgbClr val="12B3C7"/>
            </a:solidFill>
          </a:ln>
        </p:spPr>
        <p:style>
          <a:lnRef idx="2">
            <a:schemeClr val="accent1">
              <a:shade val="50000"/>
            </a:schemeClr>
          </a:lnRef>
          <a:fillRef idx="1">
            <a:schemeClr val="accent1"/>
          </a:fillRef>
          <a:effectRef idx="0">
            <a:schemeClr val="accent1"/>
          </a:effectRef>
          <a:fontRef idx="minor">
            <a:schemeClr val="lt1"/>
          </a:fontRef>
        </p:style>
        <p:txBody>
          <a:bodyPr wrap="none" lIns="108000" tIns="108000" rtlCol="0" anchor="ctr"/>
          <a:lstStyle/>
          <a:p>
            <a:pPr algn="ctr"/>
            <a:r>
              <a:rPr kumimoji="1" lang="en-US" altLang="ja-JP" sz="2000" b="1" dirty="0">
                <a:solidFill>
                  <a:srgbClr val="12B3C7"/>
                </a:solidFill>
              </a:rPr>
              <a:t>03</a:t>
            </a:r>
            <a:endParaRPr kumimoji="1" lang="ja-JP" altLang="en-US" sz="2000" b="1" dirty="0">
              <a:solidFill>
                <a:srgbClr val="12B3C7"/>
              </a:solidFill>
            </a:endParaRPr>
          </a:p>
        </p:txBody>
      </p:sp>
      <p:sp>
        <p:nvSpPr>
          <p:cNvPr id="22" name="楕円 21">
            <a:extLst>
              <a:ext uri="{FF2B5EF4-FFF2-40B4-BE49-F238E27FC236}">
                <a16:creationId xmlns:a16="http://schemas.microsoft.com/office/drawing/2014/main" id="{BFD66615-F026-6EC2-CE31-2323D560E9FF}"/>
              </a:ext>
            </a:extLst>
          </p:cNvPr>
          <p:cNvSpPr/>
          <p:nvPr/>
        </p:nvSpPr>
        <p:spPr>
          <a:xfrm>
            <a:off x="7291521" y="5320588"/>
            <a:ext cx="468429" cy="468429"/>
          </a:xfrm>
          <a:prstGeom prst="ellipse">
            <a:avLst/>
          </a:prstGeom>
          <a:solidFill>
            <a:srgbClr val="0F93A5"/>
          </a:solidFill>
          <a:ln>
            <a:solidFill>
              <a:srgbClr val="12B3C7"/>
            </a:solidFill>
          </a:ln>
        </p:spPr>
        <p:style>
          <a:lnRef idx="2">
            <a:schemeClr val="accent1">
              <a:shade val="50000"/>
            </a:schemeClr>
          </a:lnRef>
          <a:fillRef idx="1">
            <a:schemeClr val="accent1"/>
          </a:fillRef>
          <a:effectRef idx="0">
            <a:schemeClr val="accent1"/>
          </a:effectRef>
          <a:fontRef idx="minor">
            <a:schemeClr val="lt1"/>
          </a:fontRef>
        </p:style>
        <p:txBody>
          <a:bodyPr wrap="none" lIns="108000" tIns="108000" rtlCol="0" anchor="ctr"/>
          <a:lstStyle/>
          <a:p>
            <a:pPr algn="ctr"/>
            <a:r>
              <a:rPr kumimoji="1" lang="en-US" altLang="ja-JP" sz="2000" b="1" dirty="0">
                <a:solidFill>
                  <a:srgbClr val="12B3C7"/>
                </a:solidFill>
              </a:rPr>
              <a:t>04</a:t>
            </a:r>
            <a:endParaRPr kumimoji="1" lang="ja-JP" altLang="en-US" sz="2000" b="1" dirty="0">
              <a:solidFill>
                <a:srgbClr val="12B3C7"/>
              </a:solidFill>
            </a:endParaRPr>
          </a:p>
        </p:txBody>
      </p:sp>
      <p:sp>
        <p:nvSpPr>
          <p:cNvPr id="23" name="楕円 22">
            <a:extLst>
              <a:ext uri="{FF2B5EF4-FFF2-40B4-BE49-F238E27FC236}">
                <a16:creationId xmlns:a16="http://schemas.microsoft.com/office/drawing/2014/main" id="{D55B72BC-E2EA-8742-754D-E1AC24B48509}"/>
              </a:ext>
            </a:extLst>
          </p:cNvPr>
          <p:cNvSpPr/>
          <p:nvPr/>
        </p:nvSpPr>
        <p:spPr>
          <a:xfrm>
            <a:off x="7291521" y="5970624"/>
            <a:ext cx="468429" cy="468429"/>
          </a:xfrm>
          <a:prstGeom prst="ellipse">
            <a:avLst/>
          </a:prstGeom>
          <a:solidFill>
            <a:srgbClr val="0F93A5"/>
          </a:solidFill>
          <a:ln>
            <a:solidFill>
              <a:srgbClr val="12B3C7"/>
            </a:solidFill>
          </a:ln>
        </p:spPr>
        <p:style>
          <a:lnRef idx="2">
            <a:schemeClr val="accent1">
              <a:shade val="50000"/>
            </a:schemeClr>
          </a:lnRef>
          <a:fillRef idx="1">
            <a:schemeClr val="accent1"/>
          </a:fillRef>
          <a:effectRef idx="0">
            <a:schemeClr val="accent1"/>
          </a:effectRef>
          <a:fontRef idx="minor">
            <a:schemeClr val="lt1"/>
          </a:fontRef>
        </p:style>
        <p:txBody>
          <a:bodyPr wrap="none" lIns="108000" tIns="108000" rtlCol="0" anchor="ctr"/>
          <a:lstStyle/>
          <a:p>
            <a:pPr algn="ctr"/>
            <a:r>
              <a:rPr kumimoji="1" lang="en-US" altLang="ja-JP" sz="2000" b="1" dirty="0">
                <a:solidFill>
                  <a:srgbClr val="12B3C7"/>
                </a:solidFill>
              </a:rPr>
              <a:t>05</a:t>
            </a:r>
            <a:endParaRPr kumimoji="1" lang="ja-JP" altLang="en-US" sz="2000" b="1" dirty="0">
              <a:solidFill>
                <a:srgbClr val="12B3C7"/>
              </a:solidFill>
            </a:endParaRPr>
          </a:p>
        </p:txBody>
      </p:sp>
    </p:spTree>
    <p:extLst>
      <p:ext uri="{BB962C8B-B14F-4D97-AF65-F5344CB8AC3E}">
        <p14:creationId xmlns:p14="http://schemas.microsoft.com/office/powerpoint/2010/main" val="358499933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3491CB-32E9-C221-180D-432B827C3166}"/>
            </a:ext>
          </a:extLst>
        </p:cNvPr>
        <p:cNvGrpSpPr/>
        <p:nvPr/>
      </p:nvGrpSpPr>
      <p:grpSpPr>
        <a:xfrm>
          <a:off x="0" y="0"/>
          <a:ext cx="0" cy="0"/>
          <a:chOff x="0" y="0"/>
          <a:chExt cx="0" cy="0"/>
        </a:xfrm>
      </p:grpSpPr>
      <p:sp>
        <p:nvSpPr>
          <p:cNvPr id="20" name="正方形/長方形 19">
            <a:extLst>
              <a:ext uri="{FF2B5EF4-FFF2-40B4-BE49-F238E27FC236}">
                <a16:creationId xmlns:a16="http://schemas.microsoft.com/office/drawing/2014/main" id="{1058F265-AD85-5F40-ECA0-8CE6491914D2}"/>
              </a:ext>
            </a:extLst>
          </p:cNvPr>
          <p:cNvSpPr/>
          <p:nvPr/>
        </p:nvSpPr>
        <p:spPr>
          <a:xfrm>
            <a:off x="6426468" y="2367068"/>
            <a:ext cx="4754880" cy="3616855"/>
          </a:xfrm>
          <a:prstGeom prst="rect">
            <a:avLst/>
          </a:prstGeom>
          <a:solidFill>
            <a:schemeClr val="bg2"/>
          </a:solidFill>
          <a:ln w="381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2000" b="1" dirty="0">
              <a:solidFill>
                <a:srgbClr val="4C4948"/>
              </a:solidFill>
            </a:endParaRPr>
          </a:p>
        </p:txBody>
      </p:sp>
      <p:sp>
        <p:nvSpPr>
          <p:cNvPr id="8" name="正方形/長方形 7">
            <a:extLst>
              <a:ext uri="{FF2B5EF4-FFF2-40B4-BE49-F238E27FC236}">
                <a16:creationId xmlns:a16="http://schemas.microsoft.com/office/drawing/2014/main" id="{D578D98A-2FEB-116D-8358-BDA95D63DC78}"/>
              </a:ext>
            </a:extLst>
          </p:cNvPr>
          <p:cNvSpPr/>
          <p:nvPr/>
        </p:nvSpPr>
        <p:spPr>
          <a:xfrm>
            <a:off x="971550" y="2367068"/>
            <a:ext cx="4754880" cy="3616855"/>
          </a:xfrm>
          <a:prstGeom prst="rect">
            <a:avLst/>
          </a:prstGeom>
          <a:solidFill>
            <a:schemeClr val="bg2"/>
          </a:solidFill>
          <a:ln w="381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2000" b="1" dirty="0">
              <a:solidFill>
                <a:srgbClr val="4C4948"/>
              </a:solidFill>
            </a:endParaRPr>
          </a:p>
        </p:txBody>
      </p:sp>
      <p:sp>
        <p:nvSpPr>
          <p:cNvPr id="2" name="タイトル 1">
            <a:extLst>
              <a:ext uri="{FF2B5EF4-FFF2-40B4-BE49-F238E27FC236}">
                <a16:creationId xmlns:a16="http://schemas.microsoft.com/office/drawing/2014/main" id="{D638CA29-B160-E3D8-F258-356E259A6851}"/>
              </a:ext>
            </a:extLst>
          </p:cNvPr>
          <p:cNvSpPr>
            <a:spLocks noGrp="1"/>
          </p:cNvSpPr>
          <p:nvPr>
            <p:ph type="title"/>
          </p:nvPr>
        </p:nvSpPr>
        <p:spPr/>
        <p:txBody>
          <a:bodyPr/>
          <a:lstStyle/>
          <a:p>
            <a:r>
              <a:rPr kumimoji="1" lang="ja-JP" altLang="en-US" dirty="0"/>
              <a:t>案件</a:t>
            </a:r>
          </a:p>
        </p:txBody>
      </p:sp>
      <p:sp>
        <p:nvSpPr>
          <p:cNvPr id="5" name="スライド番号プレースホルダー 4">
            <a:extLst>
              <a:ext uri="{FF2B5EF4-FFF2-40B4-BE49-F238E27FC236}">
                <a16:creationId xmlns:a16="http://schemas.microsoft.com/office/drawing/2014/main" id="{9A93C9FD-AA6E-40A5-1793-AA83D0B1CE0C}"/>
              </a:ext>
            </a:extLst>
          </p:cNvPr>
          <p:cNvSpPr>
            <a:spLocks noGrp="1"/>
          </p:cNvSpPr>
          <p:nvPr>
            <p:ph type="sldNum" sz="quarter" idx="12"/>
          </p:nvPr>
        </p:nvSpPr>
        <p:spPr/>
        <p:txBody>
          <a:bodyPr/>
          <a:lstStyle/>
          <a:p>
            <a:fld id="{A47ACDBF-E3C6-4DD5-8189-300D63B6E3FF}" type="slidenum">
              <a:rPr kumimoji="1" lang="ja-JP" altLang="en-US" smtClean="0"/>
              <a:t>8</a:t>
            </a:fld>
            <a:endParaRPr kumimoji="1" lang="ja-JP" altLang="en-US"/>
          </a:p>
        </p:txBody>
      </p:sp>
      <p:sp>
        <p:nvSpPr>
          <p:cNvPr id="6" name="テキスト ボックス 5">
            <a:extLst>
              <a:ext uri="{FF2B5EF4-FFF2-40B4-BE49-F238E27FC236}">
                <a16:creationId xmlns:a16="http://schemas.microsoft.com/office/drawing/2014/main" id="{47717A98-9293-11EB-15F8-60B6CB2337AA}"/>
              </a:ext>
            </a:extLst>
          </p:cNvPr>
          <p:cNvSpPr txBox="1"/>
          <p:nvPr/>
        </p:nvSpPr>
        <p:spPr>
          <a:xfrm>
            <a:off x="744353" y="1600702"/>
            <a:ext cx="10703293" cy="461665"/>
          </a:xfrm>
          <a:prstGeom prst="rect">
            <a:avLst/>
          </a:prstGeom>
          <a:noFill/>
        </p:spPr>
        <p:txBody>
          <a:bodyPr wrap="square" rtlCol="0">
            <a:spAutoFit/>
          </a:bodyPr>
          <a:lstStyle/>
          <a:p>
            <a:pPr algn="ctr"/>
            <a:r>
              <a:rPr kumimoji="1" lang="ja-JP" altLang="en-US" sz="2400" b="1" dirty="0">
                <a:solidFill>
                  <a:srgbClr val="4C4948"/>
                </a:solidFill>
              </a:rPr>
              <a:t>異動後に参画した案件は</a:t>
            </a:r>
            <a:r>
              <a:rPr kumimoji="1" lang="en-US" altLang="ja-JP" sz="2400" b="1" dirty="0">
                <a:solidFill>
                  <a:srgbClr val="4C4948"/>
                </a:solidFill>
              </a:rPr>
              <a:t>2</a:t>
            </a:r>
            <a:r>
              <a:rPr kumimoji="1" lang="ja-JP" altLang="en-US" sz="2400" b="1" dirty="0">
                <a:solidFill>
                  <a:srgbClr val="4C4948"/>
                </a:solidFill>
              </a:rPr>
              <a:t>つ</a:t>
            </a:r>
          </a:p>
        </p:txBody>
      </p:sp>
      <p:sp>
        <p:nvSpPr>
          <p:cNvPr id="11" name="テキスト ボックス 10">
            <a:extLst>
              <a:ext uri="{FF2B5EF4-FFF2-40B4-BE49-F238E27FC236}">
                <a16:creationId xmlns:a16="http://schemas.microsoft.com/office/drawing/2014/main" id="{8477771A-7E7F-1BC4-A364-54D1DFD4CDBC}"/>
              </a:ext>
            </a:extLst>
          </p:cNvPr>
          <p:cNvSpPr txBox="1"/>
          <p:nvPr/>
        </p:nvSpPr>
        <p:spPr>
          <a:xfrm>
            <a:off x="1095681" y="2422432"/>
            <a:ext cx="4630749" cy="830997"/>
          </a:xfrm>
          <a:prstGeom prst="rect">
            <a:avLst/>
          </a:prstGeom>
          <a:noFill/>
        </p:spPr>
        <p:txBody>
          <a:bodyPr wrap="square" rtlCol="0">
            <a:spAutoFit/>
          </a:bodyPr>
          <a:lstStyle/>
          <a:p>
            <a:pPr algn="ctr"/>
            <a:r>
              <a:rPr kumimoji="1" lang="ja-JP" altLang="en-US" sz="2400" b="1" dirty="0">
                <a:solidFill>
                  <a:srgbClr val="4C4948"/>
                </a:solidFill>
              </a:rPr>
              <a:t>ライフカード様名寄せシステム更改</a:t>
            </a:r>
            <a:r>
              <a:rPr kumimoji="1" lang="en-US" altLang="ja-JP" sz="2400" b="1" dirty="0">
                <a:solidFill>
                  <a:srgbClr val="4C4948"/>
                </a:solidFill>
              </a:rPr>
              <a:t>PJ</a:t>
            </a:r>
            <a:endParaRPr kumimoji="1" lang="ja-JP" altLang="en-US" sz="2400" b="1" dirty="0">
              <a:solidFill>
                <a:srgbClr val="4C4948"/>
              </a:solidFill>
            </a:endParaRPr>
          </a:p>
        </p:txBody>
      </p:sp>
      <p:sp>
        <p:nvSpPr>
          <p:cNvPr id="12" name="テキスト ボックス 11">
            <a:extLst>
              <a:ext uri="{FF2B5EF4-FFF2-40B4-BE49-F238E27FC236}">
                <a16:creationId xmlns:a16="http://schemas.microsoft.com/office/drawing/2014/main" id="{B7AB5ABD-F6AD-F181-3FB0-A376C7986E29}"/>
              </a:ext>
            </a:extLst>
          </p:cNvPr>
          <p:cNvSpPr txBox="1"/>
          <p:nvPr/>
        </p:nvSpPr>
        <p:spPr>
          <a:xfrm>
            <a:off x="7082880" y="2422432"/>
            <a:ext cx="3442056" cy="830997"/>
          </a:xfrm>
          <a:prstGeom prst="rect">
            <a:avLst/>
          </a:prstGeom>
          <a:noFill/>
        </p:spPr>
        <p:txBody>
          <a:bodyPr wrap="square" rtlCol="0">
            <a:spAutoFit/>
          </a:bodyPr>
          <a:lstStyle/>
          <a:p>
            <a:pPr algn="ctr"/>
            <a:r>
              <a:rPr kumimoji="1" lang="en-US" altLang="ja-JP" sz="2400" b="1" dirty="0">
                <a:solidFill>
                  <a:srgbClr val="4C4948"/>
                </a:solidFill>
              </a:rPr>
              <a:t>K</a:t>
            </a:r>
            <a:r>
              <a:rPr kumimoji="1" lang="ja-JP" altLang="en-US" sz="2400" b="1" dirty="0">
                <a:solidFill>
                  <a:srgbClr val="4C4948"/>
                </a:solidFill>
              </a:rPr>
              <a:t>社国内基幹システム脱</a:t>
            </a:r>
            <a:r>
              <a:rPr kumimoji="1" lang="en-US" altLang="ja-JP" sz="2400" b="1" dirty="0">
                <a:solidFill>
                  <a:srgbClr val="4C4948"/>
                </a:solidFill>
              </a:rPr>
              <a:t>RPGPJ</a:t>
            </a:r>
            <a:endParaRPr kumimoji="1" lang="ja-JP" altLang="en-US" sz="2400" b="1" dirty="0">
              <a:solidFill>
                <a:srgbClr val="4C4948"/>
              </a:solidFill>
            </a:endParaRPr>
          </a:p>
        </p:txBody>
      </p:sp>
      <p:sp>
        <p:nvSpPr>
          <p:cNvPr id="10" name="四角形: 角を丸くする 9">
            <a:extLst>
              <a:ext uri="{FF2B5EF4-FFF2-40B4-BE49-F238E27FC236}">
                <a16:creationId xmlns:a16="http://schemas.microsoft.com/office/drawing/2014/main" id="{D45092A3-38AB-4574-12A6-65366008DE58}"/>
              </a:ext>
            </a:extLst>
          </p:cNvPr>
          <p:cNvSpPr/>
          <p:nvPr/>
        </p:nvSpPr>
        <p:spPr>
          <a:xfrm>
            <a:off x="1202812" y="3558130"/>
            <a:ext cx="1627474" cy="365125"/>
          </a:xfrm>
          <a:prstGeom prst="roundRect">
            <a:avLst>
              <a:gd name="adj" fmla="val 50000"/>
            </a:avLst>
          </a:prstGeom>
          <a:solidFill>
            <a:srgbClr val="12B3C7"/>
          </a:solidFill>
          <a:ln>
            <a:solidFill>
              <a:srgbClr val="12B3C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b="1" dirty="0"/>
              <a:t>協業先</a:t>
            </a:r>
            <a:endParaRPr kumimoji="1" lang="ja-JP" altLang="en-US" b="1" dirty="0"/>
          </a:p>
        </p:txBody>
      </p:sp>
      <p:sp>
        <p:nvSpPr>
          <p:cNvPr id="29" name="テキスト ボックス 28">
            <a:extLst>
              <a:ext uri="{FF2B5EF4-FFF2-40B4-BE49-F238E27FC236}">
                <a16:creationId xmlns:a16="http://schemas.microsoft.com/office/drawing/2014/main" id="{E32F3814-E306-25A2-F7F1-4EA6C71E14DF}"/>
              </a:ext>
            </a:extLst>
          </p:cNvPr>
          <p:cNvSpPr txBox="1"/>
          <p:nvPr/>
        </p:nvSpPr>
        <p:spPr>
          <a:xfrm>
            <a:off x="3339488" y="3579958"/>
            <a:ext cx="1599719" cy="369332"/>
          </a:xfrm>
          <a:prstGeom prst="rect">
            <a:avLst/>
          </a:prstGeom>
          <a:noFill/>
        </p:spPr>
        <p:txBody>
          <a:bodyPr wrap="square" rtlCol="0">
            <a:spAutoFit/>
          </a:bodyPr>
          <a:lstStyle/>
          <a:p>
            <a:r>
              <a:rPr lang="en-US" altLang="ja-JP" b="1" dirty="0">
                <a:solidFill>
                  <a:srgbClr val="4C4948"/>
                </a:solidFill>
              </a:rPr>
              <a:t>DXBU</a:t>
            </a:r>
            <a:endParaRPr kumimoji="1" lang="ja-JP" altLang="en-US" b="1" dirty="0">
              <a:solidFill>
                <a:srgbClr val="4C4948"/>
              </a:solidFill>
            </a:endParaRPr>
          </a:p>
        </p:txBody>
      </p:sp>
      <p:sp>
        <p:nvSpPr>
          <p:cNvPr id="36" name="四角形: 角を丸くする 35">
            <a:extLst>
              <a:ext uri="{FF2B5EF4-FFF2-40B4-BE49-F238E27FC236}">
                <a16:creationId xmlns:a16="http://schemas.microsoft.com/office/drawing/2014/main" id="{971D1EB3-893D-93D0-33A2-2C01516234F9}"/>
              </a:ext>
            </a:extLst>
          </p:cNvPr>
          <p:cNvSpPr/>
          <p:nvPr/>
        </p:nvSpPr>
        <p:spPr>
          <a:xfrm>
            <a:off x="1202812" y="4356053"/>
            <a:ext cx="1627474" cy="365125"/>
          </a:xfrm>
          <a:prstGeom prst="roundRect">
            <a:avLst>
              <a:gd name="adj" fmla="val 50000"/>
            </a:avLst>
          </a:prstGeom>
          <a:solidFill>
            <a:srgbClr val="12B3C7"/>
          </a:solidFill>
          <a:ln>
            <a:solidFill>
              <a:srgbClr val="12B3C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b="1" dirty="0"/>
              <a:t>参画</a:t>
            </a:r>
            <a:r>
              <a:rPr kumimoji="1" lang="en-US" altLang="ja-JP" b="1" dirty="0"/>
              <a:t>T</a:t>
            </a:r>
            <a:endParaRPr kumimoji="1" lang="ja-JP" altLang="en-US" b="1" dirty="0"/>
          </a:p>
        </p:txBody>
      </p:sp>
      <p:sp>
        <p:nvSpPr>
          <p:cNvPr id="37" name="テキスト ボックス 36">
            <a:extLst>
              <a:ext uri="{FF2B5EF4-FFF2-40B4-BE49-F238E27FC236}">
                <a16:creationId xmlns:a16="http://schemas.microsoft.com/office/drawing/2014/main" id="{987A5B7B-1E28-E565-C746-7627D7138C32}"/>
              </a:ext>
            </a:extLst>
          </p:cNvPr>
          <p:cNvSpPr txBox="1"/>
          <p:nvPr/>
        </p:nvSpPr>
        <p:spPr>
          <a:xfrm>
            <a:off x="3339488" y="4333494"/>
            <a:ext cx="1599719" cy="369332"/>
          </a:xfrm>
          <a:prstGeom prst="rect">
            <a:avLst/>
          </a:prstGeom>
          <a:noFill/>
        </p:spPr>
        <p:txBody>
          <a:bodyPr wrap="square" rtlCol="0">
            <a:spAutoFit/>
          </a:bodyPr>
          <a:lstStyle/>
          <a:p>
            <a:r>
              <a:rPr lang="ja-JP" altLang="en-US" b="1" dirty="0">
                <a:solidFill>
                  <a:srgbClr val="4C4948"/>
                </a:solidFill>
              </a:rPr>
              <a:t>アーキ</a:t>
            </a:r>
            <a:r>
              <a:rPr lang="en-US" altLang="ja-JP" b="1" dirty="0">
                <a:solidFill>
                  <a:srgbClr val="4C4948"/>
                </a:solidFill>
              </a:rPr>
              <a:t>T</a:t>
            </a:r>
            <a:endParaRPr kumimoji="1" lang="ja-JP" altLang="en-US" b="1" dirty="0">
              <a:solidFill>
                <a:srgbClr val="4C4948"/>
              </a:solidFill>
            </a:endParaRPr>
          </a:p>
        </p:txBody>
      </p:sp>
      <p:sp>
        <p:nvSpPr>
          <p:cNvPr id="43" name="四角形: 角を丸くする 42">
            <a:extLst>
              <a:ext uri="{FF2B5EF4-FFF2-40B4-BE49-F238E27FC236}">
                <a16:creationId xmlns:a16="http://schemas.microsoft.com/office/drawing/2014/main" id="{0563FF91-8902-5939-21F9-F493439F0C53}"/>
              </a:ext>
            </a:extLst>
          </p:cNvPr>
          <p:cNvSpPr/>
          <p:nvPr/>
        </p:nvSpPr>
        <p:spPr>
          <a:xfrm>
            <a:off x="1202812" y="5153976"/>
            <a:ext cx="1627474" cy="365125"/>
          </a:xfrm>
          <a:prstGeom prst="roundRect">
            <a:avLst>
              <a:gd name="adj" fmla="val 50000"/>
            </a:avLst>
          </a:prstGeom>
          <a:solidFill>
            <a:srgbClr val="12B3C7"/>
          </a:solidFill>
          <a:ln>
            <a:solidFill>
              <a:srgbClr val="12B3C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b="1" dirty="0"/>
              <a:t>期間</a:t>
            </a:r>
          </a:p>
        </p:txBody>
      </p:sp>
      <p:sp>
        <p:nvSpPr>
          <p:cNvPr id="44" name="テキスト ボックス 43">
            <a:extLst>
              <a:ext uri="{FF2B5EF4-FFF2-40B4-BE49-F238E27FC236}">
                <a16:creationId xmlns:a16="http://schemas.microsoft.com/office/drawing/2014/main" id="{EC9E9E4C-406D-6A35-1637-CABC2EB295C2}"/>
              </a:ext>
            </a:extLst>
          </p:cNvPr>
          <p:cNvSpPr txBox="1"/>
          <p:nvPr/>
        </p:nvSpPr>
        <p:spPr>
          <a:xfrm>
            <a:off x="3339488" y="5094945"/>
            <a:ext cx="2207079" cy="646331"/>
          </a:xfrm>
          <a:prstGeom prst="rect">
            <a:avLst/>
          </a:prstGeom>
          <a:noFill/>
        </p:spPr>
        <p:txBody>
          <a:bodyPr wrap="square" rtlCol="0">
            <a:spAutoFit/>
          </a:bodyPr>
          <a:lstStyle/>
          <a:p>
            <a:r>
              <a:rPr lang="en-US" altLang="ja-JP" b="1" dirty="0">
                <a:solidFill>
                  <a:srgbClr val="4C4948"/>
                </a:solidFill>
              </a:rPr>
              <a:t>23</a:t>
            </a:r>
            <a:r>
              <a:rPr lang="ja-JP" altLang="en-US" b="1" dirty="0">
                <a:solidFill>
                  <a:srgbClr val="4C4948"/>
                </a:solidFill>
              </a:rPr>
              <a:t>年度 </a:t>
            </a:r>
            <a:r>
              <a:rPr lang="en-US" altLang="ja-JP" b="1" dirty="0">
                <a:solidFill>
                  <a:srgbClr val="4C4948"/>
                </a:solidFill>
              </a:rPr>
              <a:t>11</a:t>
            </a:r>
            <a:r>
              <a:rPr lang="ja-JP" altLang="en-US" b="1" dirty="0">
                <a:solidFill>
                  <a:srgbClr val="4C4948"/>
                </a:solidFill>
              </a:rPr>
              <a:t>月</a:t>
            </a:r>
            <a:r>
              <a:rPr lang="en-US" altLang="ja-JP" b="1" dirty="0">
                <a:solidFill>
                  <a:srgbClr val="4C4948"/>
                </a:solidFill>
              </a:rPr>
              <a:t>~ 3</a:t>
            </a:r>
            <a:r>
              <a:rPr lang="ja-JP" altLang="en-US" b="1" dirty="0">
                <a:solidFill>
                  <a:srgbClr val="4C4948"/>
                </a:solidFill>
              </a:rPr>
              <a:t>末迄</a:t>
            </a:r>
            <a:endParaRPr kumimoji="1" lang="ja-JP" altLang="en-US" b="1" dirty="0">
              <a:solidFill>
                <a:srgbClr val="4C4948"/>
              </a:solidFill>
            </a:endParaRPr>
          </a:p>
        </p:txBody>
      </p:sp>
      <p:sp>
        <p:nvSpPr>
          <p:cNvPr id="54" name="四角形: 角を丸くする 53">
            <a:extLst>
              <a:ext uri="{FF2B5EF4-FFF2-40B4-BE49-F238E27FC236}">
                <a16:creationId xmlns:a16="http://schemas.microsoft.com/office/drawing/2014/main" id="{10865523-04E3-FF72-D948-724C59D91EA7}"/>
              </a:ext>
            </a:extLst>
          </p:cNvPr>
          <p:cNvSpPr/>
          <p:nvPr/>
        </p:nvSpPr>
        <p:spPr>
          <a:xfrm>
            <a:off x="6837593" y="3558130"/>
            <a:ext cx="1627474" cy="365125"/>
          </a:xfrm>
          <a:prstGeom prst="roundRect">
            <a:avLst>
              <a:gd name="adj" fmla="val 50000"/>
            </a:avLst>
          </a:prstGeom>
          <a:solidFill>
            <a:srgbClr val="12B3C7"/>
          </a:solidFill>
          <a:ln>
            <a:solidFill>
              <a:srgbClr val="12B3C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b="1" dirty="0"/>
              <a:t>協業先</a:t>
            </a:r>
            <a:endParaRPr kumimoji="1" lang="ja-JP" altLang="en-US" b="1" dirty="0"/>
          </a:p>
        </p:txBody>
      </p:sp>
      <p:sp>
        <p:nvSpPr>
          <p:cNvPr id="55" name="テキスト ボックス 54">
            <a:extLst>
              <a:ext uri="{FF2B5EF4-FFF2-40B4-BE49-F238E27FC236}">
                <a16:creationId xmlns:a16="http://schemas.microsoft.com/office/drawing/2014/main" id="{3B85DC92-08D5-3647-EE64-98ABF72CD529}"/>
              </a:ext>
            </a:extLst>
          </p:cNvPr>
          <p:cNvSpPr txBox="1"/>
          <p:nvPr/>
        </p:nvSpPr>
        <p:spPr>
          <a:xfrm>
            <a:off x="8974269" y="3579958"/>
            <a:ext cx="1599719" cy="369332"/>
          </a:xfrm>
          <a:prstGeom prst="rect">
            <a:avLst/>
          </a:prstGeom>
          <a:noFill/>
        </p:spPr>
        <p:txBody>
          <a:bodyPr wrap="square" rtlCol="0">
            <a:spAutoFit/>
          </a:bodyPr>
          <a:lstStyle/>
          <a:p>
            <a:r>
              <a:rPr kumimoji="1" lang="ja-JP" altLang="en-US" b="1" dirty="0">
                <a:solidFill>
                  <a:srgbClr val="4C4948"/>
                </a:solidFill>
              </a:rPr>
              <a:t>産ビ</a:t>
            </a:r>
            <a:r>
              <a:rPr kumimoji="1" lang="en-US" altLang="ja-JP" b="1" dirty="0">
                <a:solidFill>
                  <a:srgbClr val="4C4948"/>
                </a:solidFill>
              </a:rPr>
              <a:t>6</a:t>
            </a:r>
            <a:endParaRPr kumimoji="1" lang="ja-JP" altLang="en-US" b="1" dirty="0">
              <a:solidFill>
                <a:srgbClr val="4C4948"/>
              </a:solidFill>
            </a:endParaRPr>
          </a:p>
        </p:txBody>
      </p:sp>
      <p:sp>
        <p:nvSpPr>
          <p:cNvPr id="56" name="四角形: 角を丸くする 55">
            <a:extLst>
              <a:ext uri="{FF2B5EF4-FFF2-40B4-BE49-F238E27FC236}">
                <a16:creationId xmlns:a16="http://schemas.microsoft.com/office/drawing/2014/main" id="{DC9003D7-9730-1368-6F74-376CE21A0537}"/>
              </a:ext>
            </a:extLst>
          </p:cNvPr>
          <p:cNvSpPr/>
          <p:nvPr/>
        </p:nvSpPr>
        <p:spPr>
          <a:xfrm>
            <a:off x="6837593" y="4356053"/>
            <a:ext cx="1627474" cy="365125"/>
          </a:xfrm>
          <a:prstGeom prst="roundRect">
            <a:avLst>
              <a:gd name="adj" fmla="val 50000"/>
            </a:avLst>
          </a:prstGeom>
          <a:solidFill>
            <a:srgbClr val="12B3C7"/>
          </a:solidFill>
          <a:ln>
            <a:solidFill>
              <a:srgbClr val="12B3C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b="1" dirty="0"/>
              <a:t>参画</a:t>
            </a:r>
            <a:r>
              <a:rPr kumimoji="1" lang="en-US" altLang="ja-JP" b="1" dirty="0"/>
              <a:t>T</a:t>
            </a:r>
            <a:endParaRPr kumimoji="1" lang="ja-JP" altLang="en-US" b="1" dirty="0"/>
          </a:p>
        </p:txBody>
      </p:sp>
      <p:sp>
        <p:nvSpPr>
          <p:cNvPr id="57" name="テキスト ボックス 56">
            <a:extLst>
              <a:ext uri="{FF2B5EF4-FFF2-40B4-BE49-F238E27FC236}">
                <a16:creationId xmlns:a16="http://schemas.microsoft.com/office/drawing/2014/main" id="{A5982A39-ED64-D244-454E-C4133F1141E8}"/>
              </a:ext>
            </a:extLst>
          </p:cNvPr>
          <p:cNvSpPr txBox="1"/>
          <p:nvPr/>
        </p:nvSpPr>
        <p:spPr>
          <a:xfrm>
            <a:off x="8974269" y="4333494"/>
            <a:ext cx="2207079" cy="646331"/>
          </a:xfrm>
          <a:prstGeom prst="rect">
            <a:avLst/>
          </a:prstGeom>
          <a:noFill/>
        </p:spPr>
        <p:txBody>
          <a:bodyPr wrap="square" rtlCol="0">
            <a:spAutoFit/>
          </a:bodyPr>
          <a:lstStyle/>
          <a:p>
            <a:r>
              <a:rPr kumimoji="1" lang="ja-JP" altLang="en-US" b="1" dirty="0">
                <a:solidFill>
                  <a:srgbClr val="4C4948"/>
                </a:solidFill>
              </a:rPr>
              <a:t>インフラ</a:t>
            </a:r>
            <a:r>
              <a:rPr kumimoji="1" lang="en-US" altLang="ja-JP" b="1" dirty="0">
                <a:solidFill>
                  <a:srgbClr val="4C4948"/>
                </a:solidFill>
              </a:rPr>
              <a:t>T</a:t>
            </a:r>
            <a:br>
              <a:rPr kumimoji="1" lang="en-US" altLang="ja-JP" b="1" dirty="0">
                <a:solidFill>
                  <a:srgbClr val="4C4948"/>
                </a:solidFill>
              </a:rPr>
            </a:br>
            <a:r>
              <a:rPr kumimoji="1" lang="ja-JP" altLang="en-US" b="1" dirty="0">
                <a:solidFill>
                  <a:srgbClr val="4C4948"/>
                </a:solidFill>
              </a:rPr>
              <a:t>バックエンド基盤</a:t>
            </a:r>
            <a:r>
              <a:rPr kumimoji="1" lang="en-US" altLang="ja-JP" b="1" dirty="0">
                <a:solidFill>
                  <a:srgbClr val="4C4948"/>
                </a:solidFill>
              </a:rPr>
              <a:t>T</a:t>
            </a:r>
            <a:endParaRPr kumimoji="1" lang="ja-JP" altLang="en-US" b="1" dirty="0">
              <a:solidFill>
                <a:srgbClr val="4C4948"/>
              </a:solidFill>
            </a:endParaRPr>
          </a:p>
        </p:txBody>
      </p:sp>
      <p:sp>
        <p:nvSpPr>
          <p:cNvPr id="58" name="四角形: 角を丸くする 57">
            <a:extLst>
              <a:ext uri="{FF2B5EF4-FFF2-40B4-BE49-F238E27FC236}">
                <a16:creationId xmlns:a16="http://schemas.microsoft.com/office/drawing/2014/main" id="{D6102213-34E7-BC70-7510-E1C1D6FD216D}"/>
              </a:ext>
            </a:extLst>
          </p:cNvPr>
          <p:cNvSpPr/>
          <p:nvPr/>
        </p:nvSpPr>
        <p:spPr>
          <a:xfrm>
            <a:off x="6837593" y="5153976"/>
            <a:ext cx="1627474" cy="365125"/>
          </a:xfrm>
          <a:prstGeom prst="roundRect">
            <a:avLst>
              <a:gd name="adj" fmla="val 50000"/>
            </a:avLst>
          </a:prstGeom>
          <a:solidFill>
            <a:srgbClr val="12B3C7"/>
          </a:solidFill>
          <a:ln>
            <a:solidFill>
              <a:srgbClr val="12B3C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b="1" dirty="0"/>
              <a:t>期間</a:t>
            </a:r>
          </a:p>
        </p:txBody>
      </p:sp>
      <p:sp>
        <p:nvSpPr>
          <p:cNvPr id="59" name="テキスト ボックス 58">
            <a:extLst>
              <a:ext uri="{FF2B5EF4-FFF2-40B4-BE49-F238E27FC236}">
                <a16:creationId xmlns:a16="http://schemas.microsoft.com/office/drawing/2014/main" id="{1D873FC3-4F3F-D051-963E-58A362A55A49}"/>
              </a:ext>
            </a:extLst>
          </p:cNvPr>
          <p:cNvSpPr txBox="1"/>
          <p:nvPr/>
        </p:nvSpPr>
        <p:spPr>
          <a:xfrm>
            <a:off x="8974269" y="5094945"/>
            <a:ext cx="2207079" cy="369332"/>
          </a:xfrm>
          <a:prstGeom prst="rect">
            <a:avLst/>
          </a:prstGeom>
          <a:noFill/>
        </p:spPr>
        <p:txBody>
          <a:bodyPr wrap="square" rtlCol="0">
            <a:spAutoFit/>
          </a:bodyPr>
          <a:lstStyle/>
          <a:p>
            <a:r>
              <a:rPr lang="en-US" altLang="ja-JP" b="1" dirty="0">
                <a:solidFill>
                  <a:srgbClr val="4C4948"/>
                </a:solidFill>
              </a:rPr>
              <a:t>24</a:t>
            </a:r>
            <a:r>
              <a:rPr lang="ja-JP" altLang="en-US" b="1" dirty="0">
                <a:solidFill>
                  <a:srgbClr val="4C4948"/>
                </a:solidFill>
              </a:rPr>
              <a:t>年度 </a:t>
            </a:r>
            <a:r>
              <a:rPr lang="en-US" altLang="ja-JP" b="1" dirty="0">
                <a:solidFill>
                  <a:srgbClr val="4C4948"/>
                </a:solidFill>
              </a:rPr>
              <a:t>4</a:t>
            </a:r>
            <a:r>
              <a:rPr lang="ja-JP" altLang="en-US" b="1" dirty="0">
                <a:solidFill>
                  <a:srgbClr val="4C4948"/>
                </a:solidFill>
              </a:rPr>
              <a:t>月</a:t>
            </a:r>
            <a:r>
              <a:rPr lang="en-US" altLang="ja-JP" b="1" dirty="0">
                <a:solidFill>
                  <a:srgbClr val="4C4948"/>
                </a:solidFill>
              </a:rPr>
              <a:t>~</a:t>
            </a:r>
            <a:endParaRPr kumimoji="1" lang="ja-JP" altLang="en-US" b="1" dirty="0">
              <a:solidFill>
                <a:srgbClr val="4C4948"/>
              </a:solidFill>
            </a:endParaRPr>
          </a:p>
        </p:txBody>
      </p:sp>
    </p:spTree>
    <p:extLst>
      <p:ext uri="{BB962C8B-B14F-4D97-AF65-F5344CB8AC3E}">
        <p14:creationId xmlns:p14="http://schemas.microsoft.com/office/powerpoint/2010/main" val="320641703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33898E-5590-22DD-FF80-231DD0BFB703}"/>
            </a:ext>
          </a:extLst>
        </p:cNvPr>
        <p:cNvGrpSpPr/>
        <p:nvPr/>
      </p:nvGrpSpPr>
      <p:grpSpPr>
        <a:xfrm>
          <a:off x="0" y="0"/>
          <a:ext cx="0" cy="0"/>
          <a:chOff x="0" y="0"/>
          <a:chExt cx="0" cy="0"/>
        </a:xfrm>
      </p:grpSpPr>
      <p:sp>
        <p:nvSpPr>
          <p:cNvPr id="32" name="正方形/長方形 31">
            <a:extLst>
              <a:ext uri="{FF2B5EF4-FFF2-40B4-BE49-F238E27FC236}">
                <a16:creationId xmlns:a16="http://schemas.microsoft.com/office/drawing/2014/main" id="{50FF8322-5271-CDC9-DF9E-CF74CA68912B}"/>
              </a:ext>
            </a:extLst>
          </p:cNvPr>
          <p:cNvSpPr/>
          <p:nvPr/>
        </p:nvSpPr>
        <p:spPr>
          <a:xfrm>
            <a:off x="1378402" y="2357639"/>
            <a:ext cx="9435193" cy="3998711"/>
          </a:xfrm>
          <a:prstGeom prst="rect">
            <a:avLst/>
          </a:prstGeom>
          <a:solidFill>
            <a:schemeClr val="bg2"/>
          </a:solidFill>
          <a:ln w="381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2000" b="1" dirty="0">
              <a:solidFill>
                <a:srgbClr val="4C4948"/>
              </a:solidFill>
            </a:endParaRPr>
          </a:p>
        </p:txBody>
      </p:sp>
      <p:sp>
        <p:nvSpPr>
          <p:cNvPr id="2" name="タイトル 1">
            <a:extLst>
              <a:ext uri="{FF2B5EF4-FFF2-40B4-BE49-F238E27FC236}">
                <a16:creationId xmlns:a16="http://schemas.microsoft.com/office/drawing/2014/main" id="{B3D61D32-FBF4-9BA8-6089-541088ACDC6C}"/>
              </a:ext>
            </a:extLst>
          </p:cNvPr>
          <p:cNvSpPr>
            <a:spLocks noGrp="1"/>
          </p:cNvSpPr>
          <p:nvPr>
            <p:ph type="title"/>
          </p:nvPr>
        </p:nvSpPr>
        <p:spPr/>
        <p:txBody>
          <a:bodyPr/>
          <a:lstStyle/>
          <a:p>
            <a:r>
              <a:rPr kumimoji="1" lang="ja-JP" altLang="en-US" dirty="0"/>
              <a:t>名寄せ</a:t>
            </a:r>
          </a:p>
        </p:txBody>
      </p:sp>
      <p:sp>
        <p:nvSpPr>
          <p:cNvPr id="5" name="スライド番号プレースホルダー 4">
            <a:extLst>
              <a:ext uri="{FF2B5EF4-FFF2-40B4-BE49-F238E27FC236}">
                <a16:creationId xmlns:a16="http://schemas.microsoft.com/office/drawing/2014/main" id="{247E4274-D178-8B93-9E97-7880DE6AB71C}"/>
              </a:ext>
            </a:extLst>
          </p:cNvPr>
          <p:cNvSpPr>
            <a:spLocks noGrp="1"/>
          </p:cNvSpPr>
          <p:nvPr>
            <p:ph type="sldNum" sz="quarter" idx="12"/>
          </p:nvPr>
        </p:nvSpPr>
        <p:spPr/>
        <p:txBody>
          <a:bodyPr/>
          <a:lstStyle/>
          <a:p>
            <a:fld id="{A47ACDBF-E3C6-4DD5-8189-300D63B6E3FF}" type="slidenum">
              <a:rPr kumimoji="1" lang="ja-JP" altLang="en-US" smtClean="0"/>
              <a:t>9</a:t>
            </a:fld>
            <a:endParaRPr kumimoji="1" lang="ja-JP" altLang="en-US"/>
          </a:p>
        </p:txBody>
      </p:sp>
      <p:sp>
        <p:nvSpPr>
          <p:cNvPr id="6" name="テキスト ボックス 5">
            <a:extLst>
              <a:ext uri="{FF2B5EF4-FFF2-40B4-BE49-F238E27FC236}">
                <a16:creationId xmlns:a16="http://schemas.microsoft.com/office/drawing/2014/main" id="{11C9263E-C17A-0301-8EE6-5635C200B7F9}"/>
              </a:ext>
            </a:extLst>
          </p:cNvPr>
          <p:cNvSpPr txBox="1"/>
          <p:nvPr/>
        </p:nvSpPr>
        <p:spPr>
          <a:xfrm>
            <a:off x="3084896" y="1529035"/>
            <a:ext cx="6022207" cy="461665"/>
          </a:xfrm>
          <a:prstGeom prst="rect">
            <a:avLst/>
          </a:prstGeom>
          <a:noFill/>
        </p:spPr>
        <p:txBody>
          <a:bodyPr wrap="square" rtlCol="0">
            <a:spAutoFit/>
          </a:bodyPr>
          <a:lstStyle/>
          <a:p>
            <a:pPr algn="ctr"/>
            <a:r>
              <a:rPr kumimoji="1" lang="en-US" altLang="ja-JP" sz="2400" b="1" dirty="0">
                <a:solidFill>
                  <a:srgbClr val="4C4948"/>
                </a:solidFill>
              </a:rPr>
              <a:t>Java</a:t>
            </a:r>
            <a:r>
              <a:rPr kumimoji="1" lang="ja-JP" altLang="en-US" sz="2400" b="1" dirty="0">
                <a:solidFill>
                  <a:srgbClr val="4C4948"/>
                </a:solidFill>
              </a:rPr>
              <a:t>・</a:t>
            </a:r>
            <a:r>
              <a:rPr kumimoji="1" lang="en-US" altLang="ja-JP" sz="2400" b="1" dirty="0" err="1">
                <a:solidFill>
                  <a:srgbClr val="4C4948"/>
                </a:solidFill>
              </a:rPr>
              <a:t>Nablarch</a:t>
            </a:r>
            <a:r>
              <a:rPr kumimoji="1" lang="ja-JP" altLang="en-US" sz="2400" b="1" dirty="0">
                <a:solidFill>
                  <a:srgbClr val="4C4948"/>
                </a:solidFill>
              </a:rPr>
              <a:t>を用いた開発をガッツリ</a:t>
            </a:r>
          </a:p>
        </p:txBody>
      </p:sp>
      <p:sp>
        <p:nvSpPr>
          <p:cNvPr id="4" name="正方形/長方形 3">
            <a:extLst>
              <a:ext uri="{FF2B5EF4-FFF2-40B4-BE49-F238E27FC236}">
                <a16:creationId xmlns:a16="http://schemas.microsoft.com/office/drawing/2014/main" id="{3838E84C-EA45-778B-21D9-B06023D6F8B2}"/>
              </a:ext>
            </a:extLst>
          </p:cNvPr>
          <p:cNvSpPr/>
          <p:nvPr/>
        </p:nvSpPr>
        <p:spPr>
          <a:xfrm>
            <a:off x="3003082" y="2677645"/>
            <a:ext cx="2287374" cy="751355"/>
          </a:xfrm>
          <a:prstGeom prst="rect">
            <a:avLst/>
          </a:prstGeom>
          <a:noFill/>
          <a:ln w="38100">
            <a:solidFill>
              <a:srgbClr val="12B3C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2000" b="1" dirty="0">
                <a:solidFill>
                  <a:srgbClr val="12B3C7"/>
                </a:solidFill>
              </a:rPr>
              <a:t>共通部品作成</a:t>
            </a:r>
            <a:endParaRPr kumimoji="1" lang="ja-JP" altLang="en-US" sz="2000" b="1" dirty="0">
              <a:solidFill>
                <a:srgbClr val="12B3C7"/>
              </a:solidFill>
            </a:endParaRPr>
          </a:p>
        </p:txBody>
      </p:sp>
      <p:sp>
        <p:nvSpPr>
          <p:cNvPr id="10" name="正方形/長方形 9">
            <a:extLst>
              <a:ext uri="{FF2B5EF4-FFF2-40B4-BE49-F238E27FC236}">
                <a16:creationId xmlns:a16="http://schemas.microsoft.com/office/drawing/2014/main" id="{EE2D35F3-DE65-479C-39DF-F4CE223F4591}"/>
              </a:ext>
            </a:extLst>
          </p:cNvPr>
          <p:cNvSpPr/>
          <p:nvPr/>
        </p:nvSpPr>
        <p:spPr>
          <a:xfrm>
            <a:off x="2489277" y="3930940"/>
            <a:ext cx="2287375" cy="751355"/>
          </a:xfrm>
          <a:prstGeom prst="rect">
            <a:avLst/>
          </a:prstGeom>
          <a:noFill/>
          <a:ln w="38100">
            <a:solidFill>
              <a:srgbClr val="12B3C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2000" b="1" dirty="0">
                <a:solidFill>
                  <a:srgbClr val="12B3C7"/>
                </a:solidFill>
              </a:rPr>
              <a:t>サンプル機能実装</a:t>
            </a:r>
          </a:p>
        </p:txBody>
      </p:sp>
      <p:sp>
        <p:nvSpPr>
          <p:cNvPr id="29" name="正方形/長方形 28">
            <a:extLst>
              <a:ext uri="{FF2B5EF4-FFF2-40B4-BE49-F238E27FC236}">
                <a16:creationId xmlns:a16="http://schemas.microsoft.com/office/drawing/2014/main" id="{EA61A2C2-0BEF-7F84-8D8F-69E16BBA5EF6}"/>
              </a:ext>
            </a:extLst>
          </p:cNvPr>
          <p:cNvSpPr/>
          <p:nvPr/>
        </p:nvSpPr>
        <p:spPr>
          <a:xfrm>
            <a:off x="6922197" y="4166067"/>
            <a:ext cx="2351314" cy="751354"/>
          </a:xfrm>
          <a:prstGeom prst="rect">
            <a:avLst/>
          </a:prstGeom>
          <a:noFill/>
          <a:ln w="38100">
            <a:solidFill>
              <a:srgbClr val="12B3C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2000" b="1" dirty="0">
                <a:solidFill>
                  <a:srgbClr val="12B3C7"/>
                </a:solidFill>
              </a:rPr>
              <a:t>実機能の実装</a:t>
            </a:r>
            <a:endParaRPr kumimoji="1" lang="ja-JP" altLang="en-US" sz="2000" b="1" dirty="0">
              <a:solidFill>
                <a:srgbClr val="12B3C7"/>
              </a:solidFill>
            </a:endParaRPr>
          </a:p>
        </p:txBody>
      </p:sp>
      <p:sp>
        <p:nvSpPr>
          <p:cNvPr id="30" name="正方形/長方形 29">
            <a:extLst>
              <a:ext uri="{FF2B5EF4-FFF2-40B4-BE49-F238E27FC236}">
                <a16:creationId xmlns:a16="http://schemas.microsoft.com/office/drawing/2014/main" id="{22352F10-22BD-A66B-0B15-3F6A6BB8C0A9}"/>
              </a:ext>
            </a:extLst>
          </p:cNvPr>
          <p:cNvSpPr/>
          <p:nvPr/>
        </p:nvSpPr>
        <p:spPr>
          <a:xfrm>
            <a:off x="4429795" y="5139511"/>
            <a:ext cx="2069432" cy="707937"/>
          </a:xfrm>
          <a:prstGeom prst="rect">
            <a:avLst/>
          </a:prstGeom>
          <a:noFill/>
          <a:ln w="38100">
            <a:solidFill>
              <a:srgbClr val="12B3C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2000" b="1" dirty="0">
                <a:solidFill>
                  <a:srgbClr val="12B3C7"/>
                </a:solidFill>
              </a:rPr>
              <a:t>単体テスト</a:t>
            </a:r>
            <a:endParaRPr kumimoji="1" lang="ja-JP" altLang="en-US" sz="2000" b="1" dirty="0">
              <a:solidFill>
                <a:srgbClr val="12B3C7"/>
              </a:solidFill>
            </a:endParaRPr>
          </a:p>
        </p:txBody>
      </p:sp>
      <p:sp>
        <p:nvSpPr>
          <p:cNvPr id="31" name="正方形/長方形 30">
            <a:extLst>
              <a:ext uri="{FF2B5EF4-FFF2-40B4-BE49-F238E27FC236}">
                <a16:creationId xmlns:a16="http://schemas.microsoft.com/office/drawing/2014/main" id="{4097A6AF-8412-D6E4-6A95-B6E65952BBA2}"/>
              </a:ext>
            </a:extLst>
          </p:cNvPr>
          <p:cNvSpPr/>
          <p:nvPr/>
        </p:nvSpPr>
        <p:spPr>
          <a:xfrm>
            <a:off x="6499227" y="2832779"/>
            <a:ext cx="2287375" cy="751355"/>
          </a:xfrm>
          <a:prstGeom prst="rect">
            <a:avLst/>
          </a:prstGeom>
          <a:noFill/>
          <a:ln w="38100">
            <a:solidFill>
              <a:srgbClr val="12B3C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2000" b="1" dirty="0">
                <a:solidFill>
                  <a:srgbClr val="12B3C7"/>
                </a:solidFill>
              </a:rPr>
              <a:t>方式設計</a:t>
            </a:r>
          </a:p>
        </p:txBody>
      </p:sp>
    </p:spTree>
    <p:extLst>
      <p:ext uri="{BB962C8B-B14F-4D97-AF65-F5344CB8AC3E}">
        <p14:creationId xmlns:p14="http://schemas.microsoft.com/office/powerpoint/2010/main" val="167690895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B46570-6716-C7FF-56EC-585D97779E21}"/>
            </a:ext>
          </a:extLst>
        </p:cNvPr>
        <p:cNvGrpSpPr/>
        <p:nvPr/>
      </p:nvGrpSpPr>
      <p:grpSpPr>
        <a:xfrm>
          <a:off x="0" y="0"/>
          <a:ext cx="0" cy="0"/>
          <a:chOff x="0" y="0"/>
          <a:chExt cx="0" cy="0"/>
        </a:xfrm>
      </p:grpSpPr>
      <p:sp>
        <p:nvSpPr>
          <p:cNvPr id="7" name="正方形/長方形 6">
            <a:extLst>
              <a:ext uri="{FF2B5EF4-FFF2-40B4-BE49-F238E27FC236}">
                <a16:creationId xmlns:a16="http://schemas.microsoft.com/office/drawing/2014/main" id="{3B62374D-BBC8-351D-7330-1E108E708134}"/>
              </a:ext>
            </a:extLst>
          </p:cNvPr>
          <p:cNvSpPr/>
          <p:nvPr/>
        </p:nvSpPr>
        <p:spPr>
          <a:xfrm>
            <a:off x="1378403" y="2494164"/>
            <a:ext cx="9435193" cy="3998711"/>
          </a:xfrm>
          <a:prstGeom prst="rect">
            <a:avLst/>
          </a:prstGeom>
          <a:solidFill>
            <a:schemeClr val="bg2"/>
          </a:solidFill>
          <a:ln w="381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2000" b="1" dirty="0">
              <a:solidFill>
                <a:srgbClr val="4C4948"/>
              </a:solidFill>
            </a:endParaRPr>
          </a:p>
        </p:txBody>
      </p:sp>
      <p:sp>
        <p:nvSpPr>
          <p:cNvPr id="2" name="タイトル 1">
            <a:extLst>
              <a:ext uri="{FF2B5EF4-FFF2-40B4-BE49-F238E27FC236}">
                <a16:creationId xmlns:a16="http://schemas.microsoft.com/office/drawing/2014/main" id="{DC92875D-216A-7FEB-CDC0-96BD5DD67FF0}"/>
              </a:ext>
            </a:extLst>
          </p:cNvPr>
          <p:cNvSpPr>
            <a:spLocks noGrp="1"/>
          </p:cNvSpPr>
          <p:nvPr>
            <p:ph type="title"/>
          </p:nvPr>
        </p:nvSpPr>
        <p:spPr/>
        <p:txBody>
          <a:bodyPr/>
          <a:lstStyle/>
          <a:p>
            <a:r>
              <a:rPr kumimoji="1" lang="ja-JP" altLang="en-US" sz="3200" b="1" dirty="0">
                <a:solidFill>
                  <a:srgbClr val="4C4948"/>
                </a:solidFill>
              </a:rPr>
              <a:t>脱</a:t>
            </a:r>
            <a:r>
              <a:rPr kumimoji="1" lang="en-US" altLang="ja-JP" sz="3200" b="1" dirty="0">
                <a:solidFill>
                  <a:srgbClr val="4C4948"/>
                </a:solidFill>
              </a:rPr>
              <a:t>RPG</a:t>
            </a:r>
            <a:endParaRPr kumimoji="1" lang="ja-JP" altLang="en-US" dirty="0"/>
          </a:p>
        </p:txBody>
      </p:sp>
      <p:sp>
        <p:nvSpPr>
          <p:cNvPr id="5" name="スライド番号プレースホルダー 4">
            <a:extLst>
              <a:ext uri="{FF2B5EF4-FFF2-40B4-BE49-F238E27FC236}">
                <a16:creationId xmlns:a16="http://schemas.microsoft.com/office/drawing/2014/main" id="{AAF6E116-5A15-CCCC-9D8F-C926493D96D5}"/>
              </a:ext>
            </a:extLst>
          </p:cNvPr>
          <p:cNvSpPr>
            <a:spLocks noGrp="1"/>
          </p:cNvSpPr>
          <p:nvPr>
            <p:ph type="sldNum" sz="quarter" idx="12"/>
          </p:nvPr>
        </p:nvSpPr>
        <p:spPr/>
        <p:txBody>
          <a:bodyPr/>
          <a:lstStyle/>
          <a:p>
            <a:fld id="{A47ACDBF-E3C6-4DD5-8189-300D63B6E3FF}" type="slidenum">
              <a:rPr kumimoji="1" lang="ja-JP" altLang="en-US" smtClean="0"/>
              <a:t>10</a:t>
            </a:fld>
            <a:endParaRPr kumimoji="1" lang="ja-JP" altLang="en-US"/>
          </a:p>
        </p:txBody>
      </p:sp>
      <p:sp>
        <p:nvSpPr>
          <p:cNvPr id="6" name="テキスト ボックス 5">
            <a:extLst>
              <a:ext uri="{FF2B5EF4-FFF2-40B4-BE49-F238E27FC236}">
                <a16:creationId xmlns:a16="http://schemas.microsoft.com/office/drawing/2014/main" id="{A1CF20DC-13E1-B98A-B3FE-7A63DEFB6614}"/>
              </a:ext>
            </a:extLst>
          </p:cNvPr>
          <p:cNvSpPr txBox="1"/>
          <p:nvPr/>
        </p:nvSpPr>
        <p:spPr>
          <a:xfrm>
            <a:off x="1510540" y="1285581"/>
            <a:ext cx="8364467" cy="1569660"/>
          </a:xfrm>
          <a:prstGeom prst="rect">
            <a:avLst/>
          </a:prstGeom>
          <a:noFill/>
        </p:spPr>
        <p:txBody>
          <a:bodyPr wrap="square" rtlCol="0">
            <a:spAutoFit/>
          </a:bodyPr>
          <a:lstStyle/>
          <a:p>
            <a:pPr algn="ctr"/>
            <a:br>
              <a:rPr kumimoji="1" lang="en-US" altLang="ja-JP" sz="2400" b="1" dirty="0">
                <a:solidFill>
                  <a:srgbClr val="4C4948"/>
                </a:solidFill>
              </a:rPr>
            </a:br>
            <a:r>
              <a:rPr kumimoji="1" lang="ja-JP" altLang="en-US" sz="2400" b="1" dirty="0">
                <a:solidFill>
                  <a:srgbClr val="4C4948"/>
                </a:solidFill>
              </a:rPr>
              <a:t>インフラ</a:t>
            </a:r>
            <a:r>
              <a:rPr kumimoji="1" lang="en-US" altLang="ja-JP" sz="2400" b="1" dirty="0">
                <a:solidFill>
                  <a:srgbClr val="4C4948"/>
                </a:solidFill>
              </a:rPr>
              <a:t>T</a:t>
            </a:r>
            <a:r>
              <a:rPr kumimoji="1" lang="ja-JP" altLang="en-US" sz="2400" b="1" dirty="0">
                <a:solidFill>
                  <a:srgbClr val="4C4948"/>
                </a:solidFill>
              </a:rPr>
              <a:t>メンバとして</a:t>
            </a:r>
            <a:r>
              <a:rPr kumimoji="1" lang="en-US" altLang="ja-JP" sz="2400" b="1" dirty="0">
                <a:solidFill>
                  <a:srgbClr val="4C4948"/>
                </a:solidFill>
              </a:rPr>
              <a:t>AWS</a:t>
            </a:r>
            <a:r>
              <a:rPr kumimoji="1" lang="ja-JP" altLang="en-US" sz="2400" b="1" dirty="0">
                <a:solidFill>
                  <a:srgbClr val="4C4948"/>
                </a:solidFill>
              </a:rPr>
              <a:t>・</a:t>
            </a:r>
            <a:r>
              <a:rPr lang="en-US" altLang="ja-JP" sz="2400" b="1" dirty="0" err="1">
                <a:solidFill>
                  <a:srgbClr val="4C4948"/>
                </a:solidFill>
              </a:rPr>
              <a:t>IaC</a:t>
            </a:r>
            <a:r>
              <a:rPr lang="ja-JP" altLang="en-US" sz="2400" b="1" dirty="0">
                <a:solidFill>
                  <a:srgbClr val="4C4948"/>
                </a:solidFill>
              </a:rPr>
              <a:t>・</a:t>
            </a:r>
            <a:r>
              <a:rPr lang="en-US" altLang="ja-JP" sz="2400" b="1" dirty="0">
                <a:solidFill>
                  <a:srgbClr val="4C4948"/>
                </a:solidFill>
              </a:rPr>
              <a:t>CI/CD</a:t>
            </a:r>
            <a:r>
              <a:rPr lang="ja-JP" altLang="en-US" sz="2400" b="1" dirty="0">
                <a:solidFill>
                  <a:srgbClr val="4C4948"/>
                </a:solidFill>
              </a:rPr>
              <a:t>をガッツリ</a:t>
            </a:r>
            <a:br>
              <a:rPr kumimoji="1" lang="en-US" altLang="ja-JP" sz="2400" b="1" dirty="0">
                <a:solidFill>
                  <a:srgbClr val="4C4948"/>
                </a:solidFill>
              </a:rPr>
            </a:br>
            <a:r>
              <a:rPr kumimoji="1" lang="en-US" altLang="ja-JP" sz="2400" b="1" dirty="0">
                <a:solidFill>
                  <a:srgbClr val="4C4948"/>
                </a:solidFill>
              </a:rPr>
              <a:t>Java</a:t>
            </a:r>
            <a:r>
              <a:rPr kumimoji="1" lang="ja-JP" altLang="en-US" sz="2400" b="1" dirty="0">
                <a:solidFill>
                  <a:srgbClr val="4C4948"/>
                </a:solidFill>
              </a:rPr>
              <a:t>・</a:t>
            </a:r>
            <a:r>
              <a:rPr kumimoji="1" lang="en-US" altLang="ja-JP" sz="2400" b="1" dirty="0">
                <a:solidFill>
                  <a:srgbClr val="4C4948"/>
                </a:solidFill>
              </a:rPr>
              <a:t>Spring</a:t>
            </a:r>
            <a:r>
              <a:rPr lang="ja-JP" altLang="en-US" sz="2400" b="1" dirty="0">
                <a:solidFill>
                  <a:srgbClr val="4C4948"/>
                </a:solidFill>
              </a:rPr>
              <a:t> </a:t>
            </a:r>
            <a:r>
              <a:rPr lang="en-US" altLang="ja-JP" sz="2400" b="1" dirty="0">
                <a:solidFill>
                  <a:srgbClr val="4C4948"/>
                </a:solidFill>
              </a:rPr>
              <a:t>Boot</a:t>
            </a:r>
            <a:r>
              <a:rPr lang="ja-JP" altLang="en-US" sz="2400" b="1" dirty="0">
                <a:solidFill>
                  <a:srgbClr val="4C4948"/>
                </a:solidFill>
              </a:rPr>
              <a:t>も使っている</a:t>
            </a:r>
            <a:br>
              <a:rPr kumimoji="1" lang="en-US" altLang="ja-JP" sz="2400" b="1" dirty="0">
                <a:solidFill>
                  <a:srgbClr val="4C4948"/>
                </a:solidFill>
              </a:rPr>
            </a:br>
            <a:endParaRPr kumimoji="1" lang="ja-JP" altLang="en-US" sz="2400" b="1" dirty="0">
              <a:solidFill>
                <a:srgbClr val="4C4948"/>
              </a:solidFill>
            </a:endParaRPr>
          </a:p>
        </p:txBody>
      </p:sp>
      <p:sp>
        <p:nvSpPr>
          <p:cNvPr id="4" name="正方形/長方形 3">
            <a:extLst>
              <a:ext uri="{FF2B5EF4-FFF2-40B4-BE49-F238E27FC236}">
                <a16:creationId xmlns:a16="http://schemas.microsoft.com/office/drawing/2014/main" id="{6B256A6C-BD7A-2F52-8F64-4A7E18C76F7B}"/>
              </a:ext>
            </a:extLst>
          </p:cNvPr>
          <p:cNvSpPr/>
          <p:nvPr/>
        </p:nvSpPr>
        <p:spPr>
          <a:xfrm>
            <a:off x="3062810" y="2861233"/>
            <a:ext cx="2287374" cy="751355"/>
          </a:xfrm>
          <a:prstGeom prst="rect">
            <a:avLst/>
          </a:prstGeom>
          <a:noFill/>
          <a:ln w="38100">
            <a:solidFill>
              <a:srgbClr val="12B3C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2000" b="1" dirty="0">
                <a:solidFill>
                  <a:srgbClr val="12B3C7"/>
                </a:solidFill>
              </a:rPr>
              <a:t>AWS</a:t>
            </a:r>
            <a:r>
              <a:rPr kumimoji="1" lang="ja-JP" altLang="en-US" sz="2000" b="1" dirty="0">
                <a:solidFill>
                  <a:srgbClr val="12B3C7"/>
                </a:solidFill>
              </a:rPr>
              <a:t>環境の構築</a:t>
            </a:r>
          </a:p>
        </p:txBody>
      </p:sp>
      <p:sp>
        <p:nvSpPr>
          <p:cNvPr id="10" name="正方形/長方形 9">
            <a:extLst>
              <a:ext uri="{FF2B5EF4-FFF2-40B4-BE49-F238E27FC236}">
                <a16:creationId xmlns:a16="http://schemas.microsoft.com/office/drawing/2014/main" id="{5C3B8819-F683-AAA0-0A3F-B2D436180D72}"/>
              </a:ext>
            </a:extLst>
          </p:cNvPr>
          <p:cNvSpPr/>
          <p:nvPr/>
        </p:nvSpPr>
        <p:spPr>
          <a:xfrm>
            <a:off x="2619905" y="3986145"/>
            <a:ext cx="2287375" cy="751355"/>
          </a:xfrm>
          <a:prstGeom prst="rect">
            <a:avLst/>
          </a:prstGeom>
          <a:noFill/>
          <a:ln w="38100">
            <a:solidFill>
              <a:srgbClr val="12B3C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2000" b="1" dirty="0">
                <a:solidFill>
                  <a:srgbClr val="12B3C7"/>
                </a:solidFill>
              </a:rPr>
              <a:t>可観測性の仕様検討・組み込み実装</a:t>
            </a:r>
          </a:p>
        </p:txBody>
      </p:sp>
      <p:sp>
        <p:nvSpPr>
          <p:cNvPr id="29" name="正方形/長方形 28">
            <a:extLst>
              <a:ext uri="{FF2B5EF4-FFF2-40B4-BE49-F238E27FC236}">
                <a16:creationId xmlns:a16="http://schemas.microsoft.com/office/drawing/2014/main" id="{0807FA6F-21D5-0D29-DC45-AC8060EE0826}"/>
              </a:ext>
            </a:extLst>
          </p:cNvPr>
          <p:cNvSpPr/>
          <p:nvPr/>
        </p:nvSpPr>
        <p:spPr>
          <a:xfrm>
            <a:off x="6922196" y="4166067"/>
            <a:ext cx="2552729" cy="751354"/>
          </a:xfrm>
          <a:prstGeom prst="rect">
            <a:avLst/>
          </a:prstGeom>
          <a:noFill/>
          <a:ln w="38100">
            <a:solidFill>
              <a:srgbClr val="12B3C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2000" b="1" dirty="0">
                <a:solidFill>
                  <a:srgbClr val="12B3C7"/>
                </a:solidFill>
              </a:rPr>
              <a:t>ログ出力の方針検討</a:t>
            </a:r>
          </a:p>
        </p:txBody>
      </p:sp>
      <p:sp>
        <p:nvSpPr>
          <p:cNvPr id="30" name="正方形/長方形 29">
            <a:extLst>
              <a:ext uri="{FF2B5EF4-FFF2-40B4-BE49-F238E27FC236}">
                <a16:creationId xmlns:a16="http://schemas.microsoft.com/office/drawing/2014/main" id="{E1F4DF78-3108-AA47-DA8C-CDE12E44A50A}"/>
              </a:ext>
            </a:extLst>
          </p:cNvPr>
          <p:cNvSpPr/>
          <p:nvPr/>
        </p:nvSpPr>
        <p:spPr>
          <a:xfrm>
            <a:off x="4429794" y="5139511"/>
            <a:ext cx="2981199" cy="707937"/>
          </a:xfrm>
          <a:prstGeom prst="rect">
            <a:avLst/>
          </a:prstGeom>
          <a:noFill/>
          <a:ln w="38100">
            <a:solidFill>
              <a:srgbClr val="12B3C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2000" b="1" dirty="0">
                <a:solidFill>
                  <a:srgbClr val="12B3C7"/>
                </a:solidFill>
              </a:rPr>
              <a:t>結合テスト・運用テスト</a:t>
            </a:r>
          </a:p>
        </p:txBody>
      </p:sp>
      <p:sp>
        <p:nvSpPr>
          <p:cNvPr id="31" name="正方形/長方形 30">
            <a:extLst>
              <a:ext uri="{FF2B5EF4-FFF2-40B4-BE49-F238E27FC236}">
                <a16:creationId xmlns:a16="http://schemas.microsoft.com/office/drawing/2014/main" id="{3A02C9D6-E879-3295-E61D-3C6543F6E45F}"/>
              </a:ext>
            </a:extLst>
          </p:cNvPr>
          <p:cNvSpPr/>
          <p:nvPr/>
        </p:nvSpPr>
        <p:spPr>
          <a:xfrm>
            <a:off x="6499227" y="2832779"/>
            <a:ext cx="2287375" cy="751355"/>
          </a:xfrm>
          <a:prstGeom prst="rect">
            <a:avLst/>
          </a:prstGeom>
          <a:noFill/>
          <a:ln w="38100">
            <a:solidFill>
              <a:srgbClr val="12B3C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2000" b="1" dirty="0">
                <a:solidFill>
                  <a:srgbClr val="12B3C7"/>
                </a:solidFill>
              </a:rPr>
              <a:t>CI/CD</a:t>
            </a:r>
            <a:r>
              <a:rPr kumimoji="1" lang="ja-JP" altLang="en-US" sz="2000" b="1" dirty="0">
                <a:solidFill>
                  <a:srgbClr val="12B3C7"/>
                </a:solidFill>
              </a:rPr>
              <a:t>の設計・構築</a:t>
            </a:r>
          </a:p>
        </p:txBody>
      </p:sp>
    </p:spTree>
    <p:extLst>
      <p:ext uri="{BB962C8B-B14F-4D97-AF65-F5344CB8AC3E}">
        <p14:creationId xmlns:p14="http://schemas.microsoft.com/office/powerpoint/2010/main" val="239103230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正方形/長方形 10">
            <a:extLst>
              <a:ext uri="{FF2B5EF4-FFF2-40B4-BE49-F238E27FC236}">
                <a16:creationId xmlns:a16="http://schemas.microsoft.com/office/drawing/2014/main" id="{8700903B-2D06-EFFE-031D-F35C42C2601F}"/>
              </a:ext>
            </a:extLst>
          </p:cNvPr>
          <p:cNvSpPr/>
          <p:nvPr/>
        </p:nvSpPr>
        <p:spPr>
          <a:xfrm>
            <a:off x="-1" y="0"/>
            <a:ext cx="12192001" cy="6858000"/>
          </a:xfrm>
          <a:prstGeom prst="rect">
            <a:avLst/>
          </a:prstGeom>
          <a:solidFill>
            <a:srgbClr val="12B3C7"/>
          </a:solidFill>
          <a:ln w="38100">
            <a:solidFill>
              <a:srgbClr val="12B3C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2000" b="1" dirty="0"/>
          </a:p>
        </p:txBody>
      </p:sp>
      <p:sp>
        <p:nvSpPr>
          <p:cNvPr id="2" name="テキスト ボックス 1">
            <a:extLst>
              <a:ext uri="{FF2B5EF4-FFF2-40B4-BE49-F238E27FC236}">
                <a16:creationId xmlns:a16="http://schemas.microsoft.com/office/drawing/2014/main" id="{FBDF3CA7-9051-F556-64F3-547749D5157A}"/>
              </a:ext>
            </a:extLst>
          </p:cNvPr>
          <p:cNvSpPr txBox="1"/>
          <p:nvPr/>
        </p:nvSpPr>
        <p:spPr>
          <a:xfrm>
            <a:off x="-1" y="56906"/>
            <a:ext cx="3126608" cy="2646878"/>
          </a:xfrm>
          <a:prstGeom prst="rect">
            <a:avLst/>
          </a:prstGeom>
          <a:noFill/>
        </p:spPr>
        <p:txBody>
          <a:bodyPr wrap="square" rtlCol="0">
            <a:spAutoFit/>
          </a:bodyPr>
          <a:lstStyle/>
          <a:p>
            <a:pPr algn="ctr"/>
            <a:r>
              <a:rPr kumimoji="1" lang="en-US" altLang="ja-JP" sz="16600" b="1" dirty="0">
                <a:solidFill>
                  <a:srgbClr val="0F93A5"/>
                </a:solidFill>
              </a:rPr>
              <a:t>03</a:t>
            </a:r>
            <a:endParaRPr kumimoji="1" lang="ja-JP" altLang="en-US" sz="16600" b="1" dirty="0">
              <a:solidFill>
                <a:srgbClr val="0F93A5"/>
              </a:solidFill>
            </a:endParaRPr>
          </a:p>
        </p:txBody>
      </p:sp>
      <p:sp>
        <p:nvSpPr>
          <p:cNvPr id="10" name="テキスト ボックス 9">
            <a:extLst>
              <a:ext uri="{FF2B5EF4-FFF2-40B4-BE49-F238E27FC236}">
                <a16:creationId xmlns:a16="http://schemas.microsoft.com/office/drawing/2014/main" id="{DD4FF5DF-A2F4-1767-F3DE-F14916745A68}"/>
              </a:ext>
            </a:extLst>
          </p:cNvPr>
          <p:cNvSpPr txBox="1"/>
          <p:nvPr/>
        </p:nvSpPr>
        <p:spPr>
          <a:xfrm>
            <a:off x="371031" y="2259876"/>
            <a:ext cx="7072185" cy="1107996"/>
          </a:xfrm>
          <a:prstGeom prst="rect">
            <a:avLst/>
          </a:prstGeom>
          <a:noFill/>
        </p:spPr>
        <p:txBody>
          <a:bodyPr wrap="square" rtlCol="0">
            <a:spAutoFit/>
          </a:bodyPr>
          <a:lstStyle/>
          <a:p>
            <a:pPr algn="ctr"/>
            <a:r>
              <a:rPr lang="ja-JP" altLang="en-US" sz="6600" b="1" dirty="0">
                <a:solidFill>
                  <a:schemeClr val="bg1"/>
                </a:solidFill>
              </a:rPr>
              <a:t>身に着けたスキル</a:t>
            </a:r>
          </a:p>
        </p:txBody>
      </p:sp>
      <p:sp>
        <p:nvSpPr>
          <p:cNvPr id="3" name="テキスト ボックス 2">
            <a:extLst>
              <a:ext uri="{FF2B5EF4-FFF2-40B4-BE49-F238E27FC236}">
                <a16:creationId xmlns:a16="http://schemas.microsoft.com/office/drawing/2014/main" id="{660A36E4-8632-17CB-5B58-090B30EDE5D6}"/>
              </a:ext>
            </a:extLst>
          </p:cNvPr>
          <p:cNvSpPr txBox="1"/>
          <p:nvPr/>
        </p:nvSpPr>
        <p:spPr>
          <a:xfrm>
            <a:off x="8006187" y="3429000"/>
            <a:ext cx="1555281" cy="461665"/>
          </a:xfrm>
          <a:prstGeom prst="rect">
            <a:avLst/>
          </a:prstGeom>
          <a:noFill/>
        </p:spPr>
        <p:txBody>
          <a:bodyPr wrap="square" rtlCol="0">
            <a:spAutoFit/>
          </a:bodyPr>
          <a:lstStyle/>
          <a:p>
            <a:r>
              <a:rPr kumimoji="1" lang="ja-JP" altLang="en-US" sz="2400" b="1" dirty="0">
                <a:solidFill>
                  <a:srgbClr val="0F93A5"/>
                </a:solidFill>
              </a:rPr>
              <a:t>自己紹介</a:t>
            </a:r>
          </a:p>
        </p:txBody>
      </p:sp>
      <p:sp>
        <p:nvSpPr>
          <p:cNvPr id="4" name="テキスト ボックス 3">
            <a:extLst>
              <a:ext uri="{FF2B5EF4-FFF2-40B4-BE49-F238E27FC236}">
                <a16:creationId xmlns:a16="http://schemas.microsoft.com/office/drawing/2014/main" id="{0F86BECA-70C0-EF82-AD01-85BCFB71EB2E}"/>
              </a:ext>
            </a:extLst>
          </p:cNvPr>
          <p:cNvSpPr txBox="1"/>
          <p:nvPr/>
        </p:nvSpPr>
        <p:spPr>
          <a:xfrm>
            <a:off x="8006187" y="4066097"/>
            <a:ext cx="2279146" cy="461665"/>
          </a:xfrm>
          <a:prstGeom prst="rect">
            <a:avLst/>
          </a:prstGeom>
          <a:noFill/>
        </p:spPr>
        <p:txBody>
          <a:bodyPr wrap="square" rtlCol="0">
            <a:spAutoFit/>
          </a:bodyPr>
          <a:lstStyle/>
          <a:p>
            <a:r>
              <a:rPr lang="ja-JP" altLang="en-US" sz="2400" b="1" dirty="0">
                <a:solidFill>
                  <a:srgbClr val="0F93A5"/>
                </a:solidFill>
              </a:rPr>
              <a:t>組織紹介</a:t>
            </a:r>
            <a:endParaRPr kumimoji="1" lang="ja-JP" altLang="en-US" sz="2400" b="1" dirty="0">
              <a:solidFill>
                <a:srgbClr val="0F93A5"/>
              </a:solidFill>
            </a:endParaRPr>
          </a:p>
        </p:txBody>
      </p:sp>
      <p:sp>
        <p:nvSpPr>
          <p:cNvPr id="6" name="テキスト ボックス 5">
            <a:extLst>
              <a:ext uri="{FF2B5EF4-FFF2-40B4-BE49-F238E27FC236}">
                <a16:creationId xmlns:a16="http://schemas.microsoft.com/office/drawing/2014/main" id="{CCA35EC9-B339-3699-5BFD-0754CD411416}"/>
              </a:ext>
            </a:extLst>
          </p:cNvPr>
          <p:cNvSpPr txBox="1"/>
          <p:nvPr/>
        </p:nvSpPr>
        <p:spPr>
          <a:xfrm>
            <a:off x="8006188" y="4703194"/>
            <a:ext cx="2733666" cy="461665"/>
          </a:xfrm>
          <a:prstGeom prst="rect">
            <a:avLst/>
          </a:prstGeom>
          <a:noFill/>
        </p:spPr>
        <p:txBody>
          <a:bodyPr wrap="square" rtlCol="0">
            <a:spAutoFit/>
          </a:bodyPr>
          <a:lstStyle/>
          <a:p>
            <a:r>
              <a:rPr kumimoji="1" lang="ja-JP" altLang="en-US" sz="2400" b="1" dirty="0">
                <a:solidFill>
                  <a:schemeClr val="bg1"/>
                </a:solidFill>
              </a:rPr>
              <a:t>身に着けたスキル</a:t>
            </a:r>
          </a:p>
        </p:txBody>
      </p:sp>
      <p:sp>
        <p:nvSpPr>
          <p:cNvPr id="8" name="テキスト ボックス 7">
            <a:extLst>
              <a:ext uri="{FF2B5EF4-FFF2-40B4-BE49-F238E27FC236}">
                <a16:creationId xmlns:a16="http://schemas.microsoft.com/office/drawing/2014/main" id="{FC99E5CC-F416-1136-4472-F1E5986685FD}"/>
              </a:ext>
            </a:extLst>
          </p:cNvPr>
          <p:cNvSpPr txBox="1"/>
          <p:nvPr/>
        </p:nvSpPr>
        <p:spPr>
          <a:xfrm>
            <a:off x="8006187" y="5340291"/>
            <a:ext cx="2554103" cy="461665"/>
          </a:xfrm>
          <a:prstGeom prst="rect">
            <a:avLst/>
          </a:prstGeom>
          <a:noFill/>
        </p:spPr>
        <p:txBody>
          <a:bodyPr wrap="square" rtlCol="0">
            <a:spAutoFit/>
          </a:bodyPr>
          <a:lstStyle/>
          <a:p>
            <a:r>
              <a:rPr lang="en-US" altLang="ja-JP" sz="2400" b="1" dirty="0">
                <a:solidFill>
                  <a:srgbClr val="0F93A5"/>
                </a:solidFill>
              </a:rPr>
              <a:t>1</a:t>
            </a:r>
            <a:r>
              <a:rPr lang="ja-JP" altLang="en-US" sz="2400" b="1" dirty="0">
                <a:solidFill>
                  <a:srgbClr val="0F93A5"/>
                </a:solidFill>
              </a:rPr>
              <a:t>年間の振り返り</a:t>
            </a:r>
            <a:endParaRPr kumimoji="1" lang="en-US" altLang="ja-JP" sz="2400" b="1" dirty="0">
              <a:solidFill>
                <a:srgbClr val="0F93A5"/>
              </a:solidFill>
            </a:endParaRPr>
          </a:p>
        </p:txBody>
      </p:sp>
      <p:sp>
        <p:nvSpPr>
          <p:cNvPr id="9" name="テキスト ボックス 8">
            <a:extLst>
              <a:ext uri="{FF2B5EF4-FFF2-40B4-BE49-F238E27FC236}">
                <a16:creationId xmlns:a16="http://schemas.microsoft.com/office/drawing/2014/main" id="{1408573B-7FBC-03AB-9DD7-7BDD90A42EE0}"/>
              </a:ext>
            </a:extLst>
          </p:cNvPr>
          <p:cNvSpPr txBox="1"/>
          <p:nvPr/>
        </p:nvSpPr>
        <p:spPr>
          <a:xfrm>
            <a:off x="8006187" y="5977388"/>
            <a:ext cx="2374539" cy="461665"/>
          </a:xfrm>
          <a:prstGeom prst="rect">
            <a:avLst/>
          </a:prstGeom>
          <a:noFill/>
        </p:spPr>
        <p:txBody>
          <a:bodyPr wrap="square" rtlCol="0">
            <a:spAutoFit/>
          </a:bodyPr>
          <a:lstStyle/>
          <a:p>
            <a:r>
              <a:rPr kumimoji="1" lang="ja-JP" altLang="en-US" sz="2400" b="1" dirty="0">
                <a:solidFill>
                  <a:srgbClr val="0F93A5"/>
                </a:solidFill>
              </a:rPr>
              <a:t>来年度の目標</a:t>
            </a:r>
            <a:endParaRPr kumimoji="1" lang="en-US" altLang="ja-JP" sz="2400" b="1" dirty="0">
              <a:solidFill>
                <a:srgbClr val="0F93A5"/>
              </a:solidFill>
            </a:endParaRPr>
          </a:p>
        </p:txBody>
      </p:sp>
      <p:sp>
        <p:nvSpPr>
          <p:cNvPr id="12" name="楕円 11">
            <a:extLst>
              <a:ext uri="{FF2B5EF4-FFF2-40B4-BE49-F238E27FC236}">
                <a16:creationId xmlns:a16="http://schemas.microsoft.com/office/drawing/2014/main" id="{A9CA5EAC-6406-3F96-1112-3630118D0F07}"/>
              </a:ext>
            </a:extLst>
          </p:cNvPr>
          <p:cNvSpPr/>
          <p:nvPr/>
        </p:nvSpPr>
        <p:spPr>
          <a:xfrm>
            <a:off x="7291521" y="3370474"/>
            <a:ext cx="468429" cy="468429"/>
          </a:xfrm>
          <a:prstGeom prst="ellipse">
            <a:avLst/>
          </a:prstGeom>
          <a:solidFill>
            <a:srgbClr val="0F93A5"/>
          </a:solidFill>
          <a:ln>
            <a:solidFill>
              <a:srgbClr val="12B3C7"/>
            </a:solidFill>
          </a:ln>
        </p:spPr>
        <p:style>
          <a:lnRef idx="2">
            <a:schemeClr val="accent1">
              <a:shade val="50000"/>
            </a:schemeClr>
          </a:lnRef>
          <a:fillRef idx="1">
            <a:schemeClr val="accent1"/>
          </a:fillRef>
          <a:effectRef idx="0">
            <a:schemeClr val="accent1"/>
          </a:effectRef>
          <a:fontRef idx="minor">
            <a:schemeClr val="lt1"/>
          </a:fontRef>
        </p:style>
        <p:txBody>
          <a:bodyPr wrap="none" lIns="108000" tIns="108000" rtlCol="0" anchor="ctr"/>
          <a:lstStyle/>
          <a:p>
            <a:pPr algn="ctr"/>
            <a:r>
              <a:rPr kumimoji="1" lang="en-US" altLang="ja-JP" sz="2000" b="1" dirty="0">
                <a:solidFill>
                  <a:srgbClr val="12B3C7"/>
                </a:solidFill>
              </a:rPr>
              <a:t>01</a:t>
            </a:r>
            <a:endParaRPr kumimoji="1" lang="ja-JP" altLang="en-US" sz="2000" b="1" dirty="0">
              <a:solidFill>
                <a:srgbClr val="12B3C7"/>
              </a:solidFill>
            </a:endParaRPr>
          </a:p>
        </p:txBody>
      </p:sp>
      <p:sp>
        <p:nvSpPr>
          <p:cNvPr id="20" name="楕円 19">
            <a:extLst>
              <a:ext uri="{FF2B5EF4-FFF2-40B4-BE49-F238E27FC236}">
                <a16:creationId xmlns:a16="http://schemas.microsoft.com/office/drawing/2014/main" id="{A6654F2E-CE52-7F63-90D7-E7EAA04EFFC9}"/>
              </a:ext>
            </a:extLst>
          </p:cNvPr>
          <p:cNvSpPr/>
          <p:nvPr/>
        </p:nvSpPr>
        <p:spPr>
          <a:xfrm>
            <a:off x="7291521" y="4020512"/>
            <a:ext cx="468429" cy="468429"/>
          </a:xfrm>
          <a:prstGeom prst="ellipse">
            <a:avLst/>
          </a:prstGeom>
          <a:solidFill>
            <a:srgbClr val="0F93A5"/>
          </a:solidFill>
          <a:ln>
            <a:solidFill>
              <a:srgbClr val="12B3C7"/>
            </a:solidFill>
          </a:ln>
        </p:spPr>
        <p:style>
          <a:lnRef idx="2">
            <a:schemeClr val="accent1">
              <a:shade val="50000"/>
            </a:schemeClr>
          </a:lnRef>
          <a:fillRef idx="1">
            <a:schemeClr val="accent1"/>
          </a:fillRef>
          <a:effectRef idx="0">
            <a:schemeClr val="accent1"/>
          </a:effectRef>
          <a:fontRef idx="minor">
            <a:schemeClr val="lt1"/>
          </a:fontRef>
        </p:style>
        <p:txBody>
          <a:bodyPr wrap="none" lIns="108000" tIns="108000" rtlCol="0" anchor="ctr"/>
          <a:lstStyle/>
          <a:p>
            <a:pPr algn="ctr"/>
            <a:r>
              <a:rPr kumimoji="1" lang="en-US" altLang="ja-JP" sz="2000" b="1" dirty="0">
                <a:solidFill>
                  <a:srgbClr val="12B3C7"/>
                </a:solidFill>
              </a:rPr>
              <a:t>02</a:t>
            </a:r>
            <a:endParaRPr kumimoji="1" lang="ja-JP" altLang="en-US" sz="2000" b="1" dirty="0">
              <a:solidFill>
                <a:srgbClr val="12B3C7"/>
              </a:solidFill>
            </a:endParaRPr>
          </a:p>
        </p:txBody>
      </p:sp>
      <p:sp>
        <p:nvSpPr>
          <p:cNvPr id="21" name="楕円 20">
            <a:extLst>
              <a:ext uri="{FF2B5EF4-FFF2-40B4-BE49-F238E27FC236}">
                <a16:creationId xmlns:a16="http://schemas.microsoft.com/office/drawing/2014/main" id="{19E3B031-93D2-FF07-1C21-8D917D0FF02A}"/>
              </a:ext>
            </a:extLst>
          </p:cNvPr>
          <p:cNvSpPr/>
          <p:nvPr/>
        </p:nvSpPr>
        <p:spPr>
          <a:xfrm>
            <a:off x="7291521" y="4670550"/>
            <a:ext cx="468429" cy="468429"/>
          </a:xfrm>
          <a:prstGeom prst="ellipse">
            <a:avLst/>
          </a:prstGeom>
          <a:solidFill>
            <a:schemeClr val="bg1"/>
          </a:solidFill>
          <a:ln>
            <a:solidFill>
              <a:srgbClr val="12B3C7"/>
            </a:solidFill>
          </a:ln>
        </p:spPr>
        <p:style>
          <a:lnRef idx="2">
            <a:schemeClr val="accent1">
              <a:shade val="50000"/>
            </a:schemeClr>
          </a:lnRef>
          <a:fillRef idx="1">
            <a:schemeClr val="accent1"/>
          </a:fillRef>
          <a:effectRef idx="0">
            <a:schemeClr val="accent1"/>
          </a:effectRef>
          <a:fontRef idx="minor">
            <a:schemeClr val="lt1"/>
          </a:fontRef>
        </p:style>
        <p:txBody>
          <a:bodyPr wrap="none" lIns="108000" tIns="108000" rtlCol="0" anchor="ctr"/>
          <a:lstStyle/>
          <a:p>
            <a:pPr algn="ctr"/>
            <a:r>
              <a:rPr kumimoji="1" lang="en-US" altLang="ja-JP" sz="2000" b="1" dirty="0">
                <a:solidFill>
                  <a:srgbClr val="12B3C7"/>
                </a:solidFill>
              </a:rPr>
              <a:t>03</a:t>
            </a:r>
            <a:endParaRPr kumimoji="1" lang="ja-JP" altLang="en-US" sz="2000" b="1" dirty="0">
              <a:solidFill>
                <a:srgbClr val="12B3C7"/>
              </a:solidFill>
            </a:endParaRPr>
          </a:p>
        </p:txBody>
      </p:sp>
      <p:sp>
        <p:nvSpPr>
          <p:cNvPr id="22" name="楕円 21">
            <a:extLst>
              <a:ext uri="{FF2B5EF4-FFF2-40B4-BE49-F238E27FC236}">
                <a16:creationId xmlns:a16="http://schemas.microsoft.com/office/drawing/2014/main" id="{BFD66615-F026-6EC2-CE31-2323D560E9FF}"/>
              </a:ext>
            </a:extLst>
          </p:cNvPr>
          <p:cNvSpPr/>
          <p:nvPr/>
        </p:nvSpPr>
        <p:spPr>
          <a:xfrm>
            <a:off x="7291521" y="5320588"/>
            <a:ext cx="468429" cy="468429"/>
          </a:xfrm>
          <a:prstGeom prst="ellipse">
            <a:avLst/>
          </a:prstGeom>
          <a:solidFill>
            <a:srgbClr val="0F93A5"/>
          </a:solidFill>
          <a:ln>
            <a:solidFill>
              <a:srgbClr val="12B3C7"/>
            </a:solidFill>
          </a:ln>
        </p:spPr>
        <p:style>
          <a:lnRef idx="2">
            <a:schemeClr val="accent1">
              <a:shade val="50000"/>
            </a:schemeClr>
          </a:lnRef>
          <a:fillRef idx="1">
            <a:schemeClr val="accent1"/>
          </a:fillRef>
          <a:effectRef idx="0">
            <a:schemeClr val="accent1"/>
          </a:effectRef>
          <a:fontRef idx="minor">
            <a:schemeClr val="lt1"/>
          </a:fontRef>
        </p:style>
        <p:txBody>
          <a:bodyPr wrap="none" lIns="108000" tIns="108000" rtlCol="0" anchor="ctr"/>
          <a:lstStyle/>
          <a:p>
            <a:pPr algn="ctr"/>
            <a:r>
              <a:rPr kumimoji="1" lang="en-US" altLang="ja-JP" sz="2000" b="1" dirty="0">
                <a:solidFill>
                  <a:srgbClr val="12B3C7"/>
                </a:solidFill>
              </a:rPr>
              <a:t>04</a:t>
            </a:r>
            <a:endParaRPr kumimoji="1" lang="ja-JP" altLang="en-US" sz="2000" b="1" dirty="0">
              <a:solidFill>
                <a:srgbClr val="12B3C7"/>
              </a:solidFill>
            </a:endParaRPr>
          </a:p>
        </p:txBody>
      </p:sp>
      <p:sp>
        <p:nvSpPr>
          <p:cNvPr id="23" name="楕円 22">
            <a:extLst>
              <a:ext uri="{FF2B5EF4-FFF2-40B4-BE49-F238E27FC236}">
                <a16:creationId xmlns:a16="http://schemas.microsoft.com/office/drawing/2014/main" id="{D55B72BC-E2EA-8742-754D-E1AC24B48509}"/>
              </a:ext>
            </a:extLst>
          </p:cNvPr>
          <p:cNvSpPr/>
          <p:nvPr/>
        </p:nvSpPr>
        <p:spPr>
          <a:xfrm>
            <a:off x="7291521" y="5970624"/>
            <a:ext cx="468429" cy="468429"/>
          </a:xfrm>
          <a:prstGeom prst="ellipse">
            <a:avLst/>
          </a:prstGeom>
          <a:solidFill>
            <a:srgbClr val="0F93A5"/>
          </a:solidFill>
          <a:ln>
            <a:solidFill>
              <a:srgbClr val="12B3C7"/>
            </a:solidFill>
          </a:ln>
        </p:spPr>
        <p:style>
          <a:lnRef idx="2">
            <a:schemeClr val="accent1">
              <a:shade val="50000"/>
            </a:schemeClr>
          </a:lnRef>
          <a:fillRef idx="1">
            <a:schemeClr val="accent1"/>
          </a:fillRef>
          <a:effectRef idx="0">
            <a:schemeClr val="accent1"/>
          </a:effectRef>
          <a:fontRef idx="minor">
            <a:schemeClr val="lt1"/>
          </a:fontRef>
        </p:style>
        <p:txBody>
          <a:bodyPr wrap="none" lIns="108000" tIns="108000" rtlCol="0" anchor="ctr"/>
          <a:lstStyle/>
          <a:p>
            <a:pPr algn="ctr"/>
            <a:r>
              <a:rPr kumimoji="1" lang="en-US" altLang="ja-JP" sz="2000" b="1" dirty="0">
                <a:solidFill>
                  <a:srgbClr val="12B3C7"/>
                </a:solidFill>
              </a:rPr>
              <a:t>05</a:t>
            </a:r>
            <a:endParaRPr kumimoji="1" lang="ja-JP" altLang="en-US" sz="2000" b="1" dirty="0">
              <a:solidFill>
                <a:srgbClr val="12B3C7"/>
              </a:solidFill>
            </a:endParaRPr>
          </a:p>
        </p:txBody>
      </p:sp>
    </p:spTree>
    <p:extLst>
      <p:ext uri="{BB962C8B-B14F-4D97-AF65-F5344CB8AC3E}">
        <p14:creationId xmlns:p14="http://schemas.microsoft.com/office/powerpoint/2010/main" val="359130373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B7B10C7-30A1-0978-D214-864E435DA1C9}"/>
              </a:ext>
            </a:extLst>
          </p:cNvPr>
          <p:cNvSpPr>
            <a:spLocks noGrp="1"/>
          </p:cNvSpPr>
          <p:nvPr>
            <p:ph type="title"/>
          </p:nvPr>
        </p:nvSpPr>
        <p:spPr/>
        <p:txBody>
          <a:bodyPr/>
          <a:lstStyle/>
          <a:p>
            <a:r>
              <a:rPr kumimoji="1" lang="ja-JP" altLang="en-US" dirty="0"/>
              <a:t>技術スタック</a:t>
            </a:r>
          </a:p>
        </p:txBody>
      </p:sp>
      <p:sp>
        <p:nvSpPr>
          <p:cNvPr id="4" name="スライド番号プレースホルダー 3">
            <a:extLst>
              <a:ext uri="{FF2B5EF4-FFF2-40B4-BE49-F238E27FC236}">
                <a16:creationId xmlns:a16="http://schemas.microsoft.com/office/drawing/2014/main" id="{1835A65B-787E-4741-A065-9209FE445E66}"/>
              </a:ext>
            </a:extLst>
          </p:cNvPr>
          <p:cNvSpPr>
            <a:spLocks noGrp="1"/>
          </p:cNvSpPr>
          <p:nvPr>
            <p:ph type="sldNum" sz="quarter" idx="12"/>
          </p:nvPr>
        </p:nvSpPr>
        <p:spPr/>
        <p:txBody>
          <a:bodyPr/>
          <a:lstStyle/>
          <a:p>
            <a:fld id="{A47ACDBF-E3C6-4DD5-8189-300D63B6E3FF}" type="slidenum">
              <a:rPr kumimoji="1" lang="ja-JP" altLang="en-US" smtClean="0"/>
              <a:t>12</a:t>
            </a:fld>
            <a:endParaRPr kumimoji="1" lang="ja-JP" altLang="en-US"/>
          </a:p>
        </p:txBody>
      </p:sp>
      <p:sp>
        <p:nvSpPr>
          <p:cNvPr id="7" name="正方形/長方形 6">
            <a:extLst>
              <a:ext uri="{FF2B5EF4-FFF2-40B4-BE49-F238E27FC236}">
                <a16:creationId xmlns:a16="http://schemas.microsoft.com/office/drawing/2014/main" id="{AB28F32F-27D0-8C41-84A9-1A67DD99ACD6}"/>
              </a:ext>
            </a:extLst>
          </p:cNvPr>
          <p:cNvSpPr/>
          <p:nvPr/>
        </p:nvSpPr>
        <p:spPr>
          <a:xfrm>
            <a:off x="6426468" y="2367068"/>
            <a:ext cx="4754880" cy="3616855"/>
          </a:xfrm>
          <a:prstGeom prst="rect">
            <a:avLst/>
          </a:prstGeom>
          <a:solidFill>
            <a:schemeClr val="bg2"/>
          </a:solidFill>
          <a:ln w="381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kumimoji="1" lang="ja-JP" altLang="en-US" sz="2000" b="1" dirty="0">
                <a:solidFill>
                  <a:srgbClr val="4C4948"/>
                </a:solidFill>
              </a:rPr>
              <a:t>脱</a:t>
            </a:r>
            <a:r>
              <a:rPr kumimoji="1" lang="en-US" altLang="ja-JP" sz="2000" b="1" dirty="0">
                <a:solidFill>
                  <a:srgbClr val="4C4948"/>
                </a:solidFill>
              </a:rPr>
              <a:t>RPG</a:t>
            </a:r>
            <a:endParaRPr kumimoji="1" lang="ja-JP" altLang="en-US" sz="2000" b="1" dirty="0">
              <a:solidFill>
                <a:srgbClr val="4C4948"/>
              </a:solidFill>
            </a:endParaRPr>
          </a:p>
        </p:txBody>
      </p:sp>
      <p:sp>
        <p:nvSpPr>
          <p:cNvPr id="8" name="正方形/長方形 7">
            <a:extLst>
              <a:ext uri="{FF2B5EF4-FFF2-40B4-BE49-F238E27FC236}">
                <a16:creationId xmlns:a16="http://schemas.microsoft.com/office/drawing/2014/main" id="{5C2EBAC7-A3FA-19D3-BA46-7331039B3787}"/>
              </a:ext>
            </a:extLst>
          </p:cNvPr>
          <p:cNvSpPr/>
          <p:nvPr/>
        </p:nvSpPr>
        <p:spPr>
          <a:xfrm>
            <a:off x="971550" y="2367068"/>
            <a:ext cx="4754880" cy="3616855"/>
          </a:xfrm>
          <a:prstGeom prst="rect">
            <a:avLst/>
          </a:prstGeom>
          <a:solidFill>
            <a:schemeClr val="bg2"/>
          </a:solidFill>
          <a:ln w="381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ja-JP" altLang="en-US" sz="2000" b="1" dirty="0">
                <a:solidFill>
                  <a:srgbClr val="4C4948"/>
                </a:solidFill>
              </a:rPr>
              <a:t>名寄せ</a:t>
            </a:r>
            <a:endParaRPr kumimoji="1" lang="ja-JP" altLang="en-US" sz="2000" b="1" dirty="0">
              <a:solidFill>
                <a:srgbClr val="4C4948"/>
              </a:solidFill>
            </a:endParaRPr>
          </a:p>
        </p:txBody>
      </p:sp>
      <p:sp>
        <p:nvSpPr>
          <p:cNvPr id="11" name="四角形: 角を丸くする 10">
            <a:extLst>
              <a:ext uri="{FF2B5EF4-FFF2-40B4-BE49-F238E27FC236}">
                <a16:creationId xmlns:a16="http://schemas.microsoft.com/office/drawing/2014/main" id="{35430302-C340-C57C-C694-D31B9B3E3A51}"/>
              </a:ext>
            </a:extLst>
          </p:cNvPr>
          <p:cNvSpPr/>
          <p:nvPr/>
        </p:nvSpPr>
        <p:spPr>
          <a:xfrm>
            <a:off x="5099785" y="2953246"/>
            <a:ext cx="1992430" cy="747897"/>
          </a:xfrm>
          <a:prstGeom prst="roundRect">
            <a:avLst>
              <a:gd name="adj" fmla="val 50000"/>
            </a:avLst>
          </a:prstGeom>
          <a:solidFill>
            <a:srgbClr val="12B3C7"/>
          </a:solidFill>
          <a:ln>
            <a:solidFill>
              <a:srgbClr val="12B3C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b="1" dirty="0"/>
              <a:t>Java</a:t>
            </a:r>
            <a:endParaRPr kumimoji="1" lang="ja-JP" altLang="en-US" b="1" dirty="0"/>
          </a:p>
        </p:txBody>
      </p:sp>
      <p:sp>
        <p:nvSpPr>
          <p:cNvPr id="12" name="四角形: 角を丸くする 11">
            <a:extLst>
              <a:ext uri="{FF2B5EF4-FFF2-40B4-BE49-F238E27FC236}">
                <a16:creationId xmlns:a16="http://schemas.microsoft.com/office/drawing/2014/main" id="{33CD1A1C-9457-3BD4-FD91-AE912BCD2ED7}"/>
              </a:ext>
            </a:extLst>
          </p:cNvPr>
          <p:cNvSpPr/>
          <p:nvPr/>
        </p:nvSpPr>
        <p:spPr>
          <a:xfrm>
            <a:off x="1605484" y="2956545"/>
            <a:ext cx="1430183" cy="676457"/>
          </a:xfrm>
          <a:prstGeom prst="roundRect">
            <a:avLst>
              <a:gd name="adj" fmla="val 50000"/>
            </a:avLst>
          </a:prstGeom>
          <a:solidFill>
            <a:srgbClr val="12B3C7"/>
          </a:solidFill>
          <a:ln>
            <a:solidFill>
              <a:srgbClr val="12B3C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b="1" dirty="0" err="1"/>
              <a:t>Nablarch</a:t>
            </a:r>
            <a:endParaRPr kumimoji="1" lang="ja-JP" altLang="en-US" b="1" dirty="0"/>
          </a:p>
        </p:txBody>
      </p:sp>
      <p:sp>
        <p:nvSpPr>
          <p:cNvPr id="13" name="四角形: 角を丸くする 12">
            <a:extLst>
              <a:ext uri="{FF2B5EF4-FFF2-40B4-BE49-F238E27FC236}">
                <a16:creationId xmlns:a16="http://schemas.microsoft.com/office/drawing/2014/main" id="{837A373A-DE60-66E9-8AE9-2E4543E3F10A}"/>
              </a:ext>
            </a:extLst>
          </p:cNvPr>
          <p:cNvSpPr/>
          <p:nvPr/>
        </p:nvSpPr>
        <p:spPr>
          <a:xfrm>
            <a:off x="3264109" y="3799750"/>
            <a:ext cx="1360142" cy="676457"/>
          </a:xfrm>
          <a:prstGeom prst="roundRect">
            <a:avLst>
              <a:gd name="adj" fmla="val 50000"/>
            </a:avLst>
          </a:prstGeom>
          <a:solidFill>
            <a:srgbClr val="12B3C7"/>
          </a:solidFill>
          <a:ln>
            <a:solidFill>
              <a:srgbClr val="12B3C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b="1" dirty="0"/>
              <a:t>JUnit</a:t>
            </a:r>
            <a:endParaRPr kumimoji="1" lang="ja-JP" altLang="en-US" b="1" dirty="0"/>
          </a:p>
        </p:txBody>
      </p:sp>
      <p:sp>
        <p:nvSpPr>
          <p:cNvPr id="14" name="四角形: 角を丸くする 13">
            <a:extLst>
              <a:ext uri="{FF2B5EF4-FFF2-40B4-BE49-F238E27FC236}">
                <a16:creationId xmlns:a16="http://schemas.microsoft.com/office/drawing/2014/main" id="{94CFF187-6F79-BF0A-79E6-A755D5C31F2D}"/>
              </a:ext>
            </a:extLst>
          </p:cNvPr>
          <p:cNvSpPr/>
          <p:nvPr/>
        </p:nvSpPr>
        <p:spPr>
          <a:xfrm>
            <a:off x="1500623" y="4476206"/>
            <a:ext cx="1286120" cy="676457"/>
          </a:xfrm>
          <a:prstGeom prst="roundRect">
            <a:avLst>
              <a:gd name="adj" fmla="val 50000"/>
            </a:avLst>
          </a:prstGeom>
          <a:solidFill>
            <a:srgbClr val="12B3C7"/>
          </a:solidFill>
          <a:ln>
            <a:solidFill>
              <a:srgbClr val="12B3C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b="1" dirty="0"/>
              <a:t>Git</a:t>
            </a:r>
            <a:endParaRPr kumimoji="1" lang="ja-JP" altLang="en-US" b="1" dirty="0"/>
          </a:p>
        </p:txBody>
      </p:sp>
      <p:sp>
        <p:nvSpPr>
          <p:cNvPr id="15" name="四角形: 角を丸くする 14">
            <a:extLst>
              <a:ext uri="{FF2B5EF4-FFF2-40B4-BE49-F238E27FC236}">
                <a16:creationId xmlns:a16="http://schemas.microsoft.com/office/drawing/2014/main" id="{FDDD424C-AADE-07AE-6809-E6E09B00EC25}"/>
              </a:ext>
            </a:extLst>
          </p:cNvPr>
          <p:cNvSpPr/>
          <p:nvPr/>
        </p:nvSpPr>
        <p:spPr>
          <a:xfrm>
            <a:off x="3348990" y="4903718"/>
            <a:ext cx="1516897" cy="676457"/>
          </a:xfrm>
          <a:prstGeom prst="roundRect">
            <a:avLst>
              <a:gd name="adj" fmla="val 50000"/>
            </a:avLst>
          </a:prstGeom>
          <a:solidFill>
            <a:srgbClr val="12B3C7"/>
          </a:solidFill>
          <a:ln>
            <a:solidFill>
              <a:srgbClr val="12B3C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b="1" dirty="0"/>
              <a:t>Postgres</a:t>
            </a:r>
            <a:endParaRPr kumimoji="1" lang="ja-JP" altLang="en-US" b="1" dirty="0"/>
          </a:p>
        </p:txBody>
      </p:sp>
      <p:sp>
        <p:nvSpPr>
          <p:cNvPr id="17" name="四角形: 角を丸くする 16">
            <a:extLst>
              <a:ext uri="{FF2B5EF4-FFF2-40B4-BE49-F238E27FC236}">
                <a16:creationId xmlns:a16="http://schemas.microsoft.com/office/drawing/2014/main" id="{FB669E9B-E137-FEF7-E427-F85D6B3DC8E6}"/>
              </a:ext>
            </a:extLst>
          </p:cNvPr>
          <p:cNvSpPr/>
          <p:nvPr/>
        </p:nvSpPr>
        <p:spPr>
          <a:xfrm>
            <a:off x="6795435" y="3949092"/>
            <a:ext cx="1360142" cy="676457"/>
          </a:xfrm>
          <a:prstGeom prst="roundRect">
            <a:avLst>
              <a:gd name="adj" fmla="val 50000"/>
            </a:avLst>
          </a:prstGeom>
          <a:solidFill>
            <a:srgbClr val="12B3C7"/>
          </a:solidFill>
          <a:ln>
            <a:solidFill>
              <a:srgbClr val="12B3C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b="1" dirty="0"/>
              <a:t>AWS</a:t>
            </a:r>
            <a:endParaRPr kumimoji="1" lang="ja-JP" altLang="en-US" b="1" dirty="0"/>
          </a:p>
        </p:txBody>
      </p:sp>
      <p:sp>
        <p:nvSpPr>
          <p:cNvPr id="18" name="四角形: 角を丸くする 17">
            <a:extLst>
              <a:ext uri="{FF2B5EF4-FFF2-40B4-BE49-F238E27FC236}">
                <a16:creationId xmlns:a16="http://schemas.microsoft.com/office/drawing/2014/main" id="{93194808-5F3C-6B7C-633F-754893C8F163}"/>
              </a:ext>
            </a:extLst>
          </p:cNvPr>
          <p:cNvSpPr/>
          <p:nvPr/>
        </p:nvSpPr>
        <p:spPr>
          <a:xfrm>
            <a:off x="7965362" y="2866938"/>
            <a:ext cx="1518271" cy="676457"/>
          </a:xfrm>
          <a:prstGeom prst="roundRect">
            <a:avLst>
              <a:gd name="adj" fmla="val 50000"/>
            </a:avLst>
          </a:prstGeom>
          <a:solidFill>
            <a:srgbClr val="12B3C7"/>
          </a:solidFill>
          <a:ln>
            <a:solidFill>
              <a:srgbClr val="12B3C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b="1" dirty="0"/>
              <a:t>Terraform</a:t>
            </a:r>
            <a:endParaRPr kumimoji="1" lang="ja-JP" altLang="en-US" b="1" dirty="0"/>
          </a:p>
        </p:txBody>
      </p:sp>
      <p:sp>
        <p:nvSpPr>
          <p:cNvPr id="19" name="四角形: 角を丸くする 18">
            <a:extLst>
              <a:ext uri="{FF2B5EF4-FFF2-40B4-BE49-F238E27FC236}">
                <a16:creationId xmlns:a16="http://schemas.microsoft.com/office/drawing/2014/main" id="{8988A1AC-3DC8-02C4-26D9-A85BD8356173}"/>
              </a:ext>
            </a:extLst>
          </p:cNvPr>
          <p:cNvSpPr/>
          <p:nvPr/>
        </p:nvSpPr>
        <p:spPr>
          <a:xfrm>
            <a:off x="7643372" y="5002796"/>
            <a:ext cx="1360142" cy="676457"/>
          </a:xfrm>
          <a:prstGeom prst="roundRect">
            <a:avLst>
              <a:gd name="adj" fmla="val 50000"/>
            </a:avLst>
          </a:prstGeom>
          <a:solidFill>
            <a:srgbClr val="12B3C7"/>
          </a:solidFill>
          <a:ln>
            <a:solidFill>
              <a:srgbClr val="12B3C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b="1" dirty="0" err="1"/>
              <a:t>Github</a:t>
            </a:r>
            <a:r>
              <a:rPr kumimoji="1" lang="en-US" altLang="ja-JP" b="1" dirty="0"/>
              <a:t> Actions</a:t>
            </a:r>
            <a:endParaRPr kumimoji="1" lang="ja-JP" altLang="en-US" b="1" dirty="0"/>
          </a:p>
        </p:txBody>
      </p:sp>
      <p:sp>
        <p:nvSpPr>
          <p:cNvPr id="20" name="四角形: 角を丸くする 19">
            <a:extLst>
              <a:ext uri="{FF2B5EF4-FFF2-40B4-BE49-F238E27FC236}">
                <a16:creationId xmlns:a16="http://schemas.microsoft.com/office/drawing/2014/main" id="{1677AD44-8326-40F4-57A0-18B472B8D19F}"/>
              </a:ext>
            </a:extLst>
          </p:cNvPr>
          <p:cNvSpPr/>
          <p:nvPr/>
        </p:nvSpPr>
        <p:spPr>
          <a:xfrm>
            <a:off x="9399813" y="3596598"/>
            <a:ext cx="1360142" cy="676457"/>
          </a:xfrm>
          <a:prstGeom prst="roundRect">
            <a:avLst>
              <a:gd name="adj" fmla="val 50000"/>
            </a:avLst>
          </a:prstGeom>
          <a:solidFill>
            <a:srgbClr val="12B3C7"/>
          </a:solidFill>
          <a:ln>
            <a:solidFill>
              <a:srgbClr val="12B3C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b="1" dirty="0"/>
              <a:t>Spring</a:t>
            </a:r>
            <a:endParaRPr kumimoji="1" lang="ja-JP" altLang="en-US" b="1" dirty="0"/>
          </a:p>
        </p:txBody>
      </p:sp>
      <p:sp>
        <p:nvSpPr>
          <p:cNvPr id="21" name="四角形: 角を丸くする 20">
            <a:extLst>
              <a:ext uri="{FF2B5EF4-FFF2-40B4-BE49-F238E27FC236}">
                <a16:creationId xmlns:a16="http://schemas.microsoft.com/office/drawing/2014/main" id="{0E2E5332-E218-C2FA-64CA-A1C0029AA80A}"/>
              </a:ext>
            </a:extLst>
          </p:cNvPr>
          <p:cNvSpPr/>
          <p:nvPr/>
        </p:nvSpPr>
        <p:spPr>
          <a:xfrm>
            <a:off x="9302129" y="4625549"/>
            <a:ext cx="1360142" cy="676457"/>
          </a:xfrm>
          <a:prstGeom prst="roundRect">
            <a:avLst>
              <a:gd name="adj" fmla="val 50000"/>
            </a:avLst>
          </a:prstGeom>
          <a:solidFill>
            <a:srgbClr val="12B3C7"/>
          </a:solidFill>
          <a:ln>
            <a:solidFill>
              <a:srgbClr val="12B3C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b="1" dirty="0"/>
              <a:t>Docker</a:t>
            </a:r>
            <a:endParaRPr kumimoji="1" lang="ja-JP" altLang="en-US" b="1" dirty="0"/>
          </a:p>
        </p:txBody>
      </p:sp>
    </p:spTree>
    <p:extLst>
      <p:ext uri="{BB962C8B-B14F-4D97-AF65-F5344CB8AC3E}">
        <p14:creationId xmlns:p14="http://schemas.microsoft.com/office/powerpoint/2010/main" val="164529773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18D15D-5209-7E6C-6724-FFBBDEBF56E4}"/>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A3E9FE2B-9E9D-C9B3-D590-CC8DAD0B9F0C}"/>
              </a:ext>
            </a:extLst>
          </p:cNvPr>
          <p:cNvSpPr>
            <a:spLocks noGrp="1"/>
          </p:cNvSpPr>
          <p:nvPr>
            <p:ph type="title"/>
          </p:nvPr>
        </p:nvSpPr>
        <p:spPr/>
        <p:txBody>
          <a:bodyPr/>
          <a:lstStyle/>
          <a:p>
            <a:r>
              <a:rPr kumimoji="1" lang="ja-JP" altLang="en-US" dirty="0"/>
              <a:t>業務面</a:t>
            </a:r>
          </a:p>
        </p:txBody>
      </p:sp>
      <p:sp>
        <p:nvSpPr>
          <p:cNvPr id="4" name="スライド番号プレースホルダー 3">
            <a:extLst>
              <a:ext uri="{FF2B5EF4-FFF2-40B4-BE49-F238E27FC236}">
                <a16:creationId xmlns:a16="http://schemas.microsoft.com/office/drawing/2014/main" id="{58381DF6-6DEF-208A-3515-EAB5952C3909}"/>
              </a:ext>
            </a:extLst>
          </p:cNvPr>
          <p:cNvSpPr>
            <a:spLocks noGrp="1"/>
          </p:cNvSpPr>
          <p:nvPr>
            <p:ph type="sldNum" sz="quarter" idx="12"/>
          </p:nvPr>
        </p:nvSpPr>
        <p:spPr/>
        <p:txBody>
          <a:bodyPr/>
          <a:lstStyle/>
          <a:p>
            <a:fld id="{A47ACDBF-E3C6-4DD5-8189-300D63B6E3FF}" type="slidenum">
              <a:rPr kumimoji="1" lang="ja-JP" altLang="en-US" smtClean="0"/>
              <a:t>13</a:t>
            </a:fld>
            <a:endParaRPr kumimoji="1" lang="ja-JP" altLang="en-US"/>
          </a:p>
        </p:txBody>
      </p:sp>
      <p:sp>
        <p:nvSpPr>
          <p:cNvPr id="6" name="正方形/長方形 5">
            <a:extLst>
              <a:ext uri="{FF2B5EF4-FFF2-40B4-BE49-F238E27FC236}">
                <a16:creationId xmlns:a16="http://schemas.microsoft.com/office/drawing/2014/main" id="{B46347A6-43B9-B8D2-95C1-1162C469A97F}"/>
              </a:ext>
            </a:extLst>
          </p:cNvPr>
          <p:cNvSpPr/>
          <p:nvPr/>
        </p:nvSpPr>
        <p:spPr>
          <a:xfrm>
            <a:off x="3591824" y="1895470"/>
            <a:ext cx="4442747" cy="2096437"/>
          </a:xfrm>
          <a:prstGeom prst="rect">
            <a:avLst/>
          </a:prstGeom>
          <a:solidFill>
            <a:schemeClr val="bg2"/>
          </a:solidFill>
          <a:ln w="381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buFont typeface="Arial" panose="020B0604020202020204" pitchFamily="34" charset="0"/>
              <a:buChar char="•"/>
            </a:pPr>
            <a:r>
              <a:rPr kumimoji="1" lang="ja-JP" altLang="en-US" b="1" dirty="0">
                <a:solidFill>
                  <a:srgbClr val="4C4948"/>
                </a:solidFill>
              </a:rPr>
              <a:t>週次でミーティングを行い設計の内容・意図などを伝える。</a:t>
            </a:r>
            <a:endParaRPr lang="en-US" altLang="ja-JP" b="1" dirty="0">
              <a:solidFill>
                <a:srgbClr val="4C4948"/>
              </a:solidFill>
            </a:endParaRPr>
          </a:p>
          <a:p>
            <a:pPr marL="342900" indent="-342900">
              <a:buFont typeface="Arial" panose="020B0604020202020204" pitchFamily="34" charset="0"/>
              <a:buChar char="•"/>
            </a:pPr>
            <a:r>
              <a:rPr kumimoji="1" lang="ja-JP" altLang="en-US" b="1" dirty="0">
                <a:solidFill>
                  <a:srgbClr val="4C4948"/>
                </a:solidFill>
              </a:rPr>
              <a:t>お客さんの要望をヒヤリング。実現可否の調査、仕様の取り込み迄行った</a:t>
            </a:r>
            <a:endParaRPr kumimoji="1" lang="en-US" altLang="ja-JP" b="1" dirty="0">
              <a:solidFill>
                <a:srgbClr val="4C4948"/>
              </a:solidFill>
            </a:endParaRPr>
          </a:p>
        </p:txBody>
      </p:sp>
      <p:sp>
        <p:nvSpPr>
          <p:cNvPr id="11" name="四角形: 角を丸くする 10">
            <a:extLst>
              <a:ext uri="{FF2B5EF4-FFF2-40B4-BE49-F238E27FC236}">
                <a16:creationId xmlns:a16="http://schemas.microsoft.com/office/drawing/2014/main" id="{30DBFCE4-4956-A447-2CE4-F1DC74B597E3}"/>
              </a:ext>
            </a:extLst>
          </p:cNvPr>
          <p:cNvSpPr/>
          <p:nvPr/>
        </p:nvSpPr>
        <p:spPr>
          <a:xfrm>
            <a:off x="4816982" y="1630027"/>
            <a:ext cx="1992430" cy="530886"/>
          </a:xfrm>
          <a:prstGeom prst="roundRect">
            <a:avLst>
              <a:gd name="adj" fmla="val 50000"/>
            </a:avLst>
          </a:prstGeom>
          <a:solidFill>
            <a:srgbClr val="12B3C7"/>
          </a:solidFill>
          <a:ln>
            <a:solidFill>
              <a:srgbClr val="12B3C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b="1" dirty="0"/>
              <a:t>対顧客スキル</a:t>
            </a:r>
          </a:p>
        </p:txBody>
      </p:sp>
      <p:sp>
        <p:nvSpPr>
          <p:cNvPr id="9" name="正方形/長方形 8">
            <a:extLst>
              <a:ext uri="{FF2B5EF4-FFF2-40B4-BE49-F238E27FC236}">
                <a16:creationId xmlns:a16="http://schemas.microsoft.com/office/drawing/2014/main" id="{5B0D32F8-F2FE-C75E-30D4-A06EFEC54766}"/>
              </a:ext>
            </a:extLst>
          </p:cNvPr>
          <p:cNvSpPr/>
          <p:nvPr/>
        </p:nvSpPr>
        <p:spPr>
          <a:xfrm>
            <a:off x="1178919" y="4606378"/>
            <a:ext cx="4442747" cy="1748578"/>
          </a:xfrm>
          <a:prstGeom prst="rect">
            <a:avLst/>
          </a:prstGeom>
          <a:solidFill>
            <a:schemeClr val="bg2"/>
          </a:solidFill>
          <a:ln w="381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buFont typeface="Arial" panose="020B0604020202020204" pitchFamily="34" charset="0"/>
              <a:buChar char="•"/>
            </a:pPr>
            <a:r>
              <a:rPr lang="ja-JP" altLang="en-US" b="1" dirty="0">
                <a:solidFill>
                  <a:srgbClr val="4C4948"/>
                </a:solidFill>
              </a:rPr>
              <a:t>質問の方法改善</a:t>
            </a:r>
            <a:endParaRPr lang="en-US" altLang="ja-JP" b="1" dirty="0">
              <a:solidFill>
                <a:srgbClr val="4C4948"/>
              </a:solidFill>
            </a:endParaRPr>
          </a:p>
          <a:p>
            <a:pPr marL="342900" indent="-342900">
              <a:buFont typeface="Arial" panose="020B0604020202020204" pitchFamily="34" charset="0"/>
              <a:buChar char="•"/>
            </a:pPr>
            <a:r>
              <a:rPr lang="ja-JP" altLang="en-US" b="1" dirty="0">
                <a:solidFill>
                  <a:srgbClr val="4C4948"/>
                </a:solidFill>
              </a:rPr>
              <a:t>様々な関係者と密にコミュニケーションをとりながら業務を遂行</a:t>
            </a:r>
            <a:endParaRPr lang="en-US" altLang="ja-JP" b="1" dirty="0">
              <a:solidFill>
                <a:srgbClr val="4C4948"/>
              </a:solidFill>
            </a:endParaRPr>
          </a:p>
          <a:p>
            <a:pPr marL="342900" indent="-342900">
              <a:buFont typeface="Arial" panose="020B0604020202020204" pitchFamily="34" charset="0"/>
              <a:buChar char="•"/>
            </a:pPr>
            <a:r>
              <a:rPr kumimoji="1" lang="ja-JP" altLang="en-US" b="1" dirty="0">
                <a:solidFill>
                  <a:srgbClr val="4C4948"/>
                </a:solidFill>
              </a:rPr>
              <a:t>積極的に</a:t>
            </a:r>
            <a:r>
              <a:rPr kumimoji="1" lang="en-US" altLang="ja-JP" b="1" dirty="0">
                <a:solidFill>
                  <a:srgbClr val="4C4948"/>
                </a:solidFill>
              </a:rPr>
              <a:t>PJ</a:t>
            </a:r>
            <a:r>
              <a:rPr kumimoji="1" lang="ja-JP" altLang="en-US" b="1" dirty="0">
                <a:solidFill>
                  <a:srgbClr val="4C4948"/>
                </a:solidFill>
              </a:rPr>
              <a:t>メンバへの情報発信</a:t>
            </a:r>
            <a:endParaRPr kumimoji="1" lang="en-US" altLang="ja-JP" b="1" dirty="0">
              <a:solidFill>
                <a:srgbClr val="4C4948"/>
              </a:solidFill>
            </a:endParaRPr>
          </a:p>
        </p:txBody>
      </p:sp>
      <p:sp>
        <p:nvSpPr>
          <p:cNvPr id="3" name="四角形: 角を丸くする 2">
            <a:extLst>
              <a:ext uri="{FF2B5EF4-FFF2-40B4-BE49-F238E27FC236}">
                <a16:creationId xmlns:a16="http://schemas.microsoft.com/office/drawing/2014/main" id="{59AE5403-BB73-2A41-07B9-32CE3F8F615E}"/>
              </a:ext>
            </a:extLst>
          </p:cNvPr>
          <p:cNvSpPr/>
          <p:nvPr/>
        </p:nvSpPr>
        <p:spPr>
          <a:xfrm>
            <a:off x="2021304" y="4329931"/>
            <a:ext cx="2524569" cy="552894"/>
          </a:xfrm>
          <a:prstGeom prst="roundRect">
            <a:avLst>
              <a:gd name="adj" fmla="val 50000"/>
            </a:avLst>
          </a:prstGeom>
          <a:solidFill>
            <a:srgbClr val="12B3C7"/>
          </a:solidFill>
          <a:ln>
            <a:solidFill>
              <a:srgbClr val="12B3C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b="1" dirty="0"/>
              <a:t>コミュニケーション</a:t>
            </a:r>
            <a:endParaRPr kumimoji="1" lang="ja-JP" altLang="en-US" b="1" dirty="0"/>
          </a:p>
        </p:txBody>
      </p:sp>
      <p:sp>
        <p:nvSpPr>
          <p:cNvPr id="10" name="正方形/長方形 9">
            <a:extLst>
              <a:ext uri="{FF2B5EF4-FFF2-40B4-BE49-F238E27FC236}">
                <a16:creationId xmlns:a16="http://schemas.microsoft.com/office/drawing/2014/main" id="{078896EA-B892-10BC-79FA-5CDA7097A854}"/>
              </a:ext>
            </a:extLst>
          </p:cNvPr>
          <p:cNvSpPr/>
          <p:nvPr/>
        </p:nvSpPr>
        <p:spPr>
          <a:xfrm>
            <a:off x="7075479" y="4518355"/>
            <a:ext cx="4442747" cy="1952747"/>
          </a:xfrm>
          <a:prstGeom prst="rect">
            <a:avLst/>
          </a:prstGeom>
          <a:solidFill>
            <a:schemeClr val="bg2"/>
          </a:solidFill>
          <a:ln w="381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buFont typeface="Arial" panose="020B0604020202020204" pitchFamily="34" charset="0"/>
              <a:buChar char="•"/>
            </a:pPr>
            <a:r>
              <a:rPr lang="ja-JP" altLang="en-US" b="1" dirty="0">
                <a:solidFill>
                  <a:srgbClr val="4C4948"/>
                </a:solidFill>
              </a:rPr>
              <a:t>機能実装の詳細なタスクばらしを実施し、実装を進めた</a:t>
            </a:r>
            <a:endParaRPr lang="en-US" altLang="ja-JP" b="1" dirty="0">
              <a:solidFill>
                <a:srgbClr val="4C4948"/>
              </a:solidFill>
            </a:endParaRPr>
          </a:p>
          <a:p>
            <a:pPr marL="342900" indent="-342900">
              <a:buFont typeface="Arial" panose="020B0604020202020204" pitchFamily="34" charset="0"/>
              <a:buChar char="•"/>
            </a:pPr>
            <a:r>
              <a:rPr lang="ja-JP" altLang="en-US" b="1" dirty="0">
                <a:solidFill>
                  <a:srgbClr val="4C4948"/>
                </a:solidFill>
              </a:rPr>
              <a:t>インフラ</a:t>
            </a:r>
            <a:r>
              <a:rPr lang="en-US" altLang="ja-JP" b="1" dirty="0">
                <a:solidFill>
                  <a:srgbClr val="4C4948"/>
                </a:solidFill>
              </a:rPr>
              <a:t>T</a:t>
            </a:r>
            <a:r>
              <a:rPr lang="ja-JP" altLang="en-US" b="1" dirty="0">
                <a:solidFill>
                  <a:srgbClr val="4C4948"/>
                </a:solidFill>
              </a:rPr>
              <a:t>として個人・メンバのタスク進捗を確認と管理しながら、納期までに環境の構築ができた</a:t>
            </a:r>
            <a:endParaRPr lang="en-US" altLang="ja-JP" b="1" dirty="0">
              <a:solidFill>
                <a:srgbClr val="4C4948"/>
              </a:solidFill>
            </a:endParaRPr>
          </a:p>
        </p:txBody>
      </p:sp>
      <p:sp>
        <p:nvSpPr>
          <p:cNvPr id="5" name="四角形: 角を丸くする 4">
            <a:extLst>
              <a:ext uri="{FF2B5EF4-FFF2-40B4-BE49-F238E27FC236}">
                <a16:creationId xmlns:a16="http://schemas.microsoft.com/office/drawing/2014/main" id="{A5C4EEBB-C1F8-16A9-9A19-728B6A5E7BB6}"/>
              </a:ext>
            </a:extLst>
          </p:cNvPr>
          <p:cNvSpPr/>
          <p:nvPr/>
        </p:nvSpPr>
        <p:spPr>
          <a:xfrm>
            <a:off x="8034569" y="4196689"/>
            <a:ext cx="2524569" cy="552894"/>
          </a:xfrm>
          <a:prstGeom prst="roundRect">
            <a:avLst>
              <a:gd name="adj" fmla="val 50000"/>
            </a:avLst>
          </a:prstGeom>
          <a:solidFill>
            <a:srgbClr val="12B3C7"/>
          </a:solidFill>
          <a:ln>
            <a:solidFill>
              <a:srgbClr val="12B3C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b="1" dirty="0"/>
              <a:t>タスク管理</a:t>
            </a:r>
            <a:endParaRPr kumimoji="1" lang="ja-JP" altLang="en-US" b="1" dirty="0"/>
          </a:p>
        </p:txBody>
      </p:sp>
    </p:spTree>
    <p:extLst>
      <p:ext uri="{BB962C8B-B14F-4D97-AF65-F5344CB8AC3E}">
        <p14:creationId xmlns:p14="http://schemas.microsoft.com/office/powerpoint/2010/main" val="79186808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正方形/長方形 10">
            <a:extLst>
              <a:ext uri="{FF2B5EF4-FFF2-40B4-BE49-F238E27FC236}">
                <a16:creationId xmlns:a16="http://schemas.microsoft.com/office/drawing/2014/main" id="{8700903B-2D06-EFFE-031D-F35C42C2601F}"/>
              </a:ext>
            </a:extLst>
          </p:cNvPr>
          <p:cNvSpPr/>
          <p:nvPr/>
        </p:nvSpPr>
        <p:spPr>
          <a:xfrm>
            <a:off x="-1" y="0"/>
            <a:ext cx="12192001" cy="6858000"/>
          </a:xfrm>
          <a:prstGeom prst="rect">
            <a:avLst/>
          </a:prstGeom>
          <a:solidFill>
            <a:srgbClr val="12B3C7"/>
          </a:solidFill>
          <a:ln w="38100">
            <a:solidFill>
              <a:srgbClr val="12B3C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2000" b="1" dirty="0"/>
          </a:p>
        </p:txBody>
      </p:sp>
      <p:sp>
        <p:nvSpPr>
          <p:cNvPr id="2" name="テキスト ボックス 1">
            <a:extLst>
              <a:ext uri="{FF2B5EF4-FFF2-40B4-BE49-F238E27FC236}">
                <a16:creationId xmlns:a16="http://schemas.microsoft.com/office/drawing/2014/main" id="{FBDF3CA7-9051-F556-64F3-547749D5157A}"/>
              </a:ext>
            </a:extLst>
          </p:cNvPr>
          <p:cNvSpPr txBox="1"/>
          <p:nvPr/>
        </p:nvSpPr>
        <p:spPr>
          <a:xfrm>
            <a:off x="-1" y="56906"/>
            <a:ext cx="3126608" cy="2646878"/>
          </a:xfrm>
          <a:prstGeom prst="rect">
            <a:avLst/>
          </a:prstGeom>
          <a:noFill/>
        </p:spPr>
        <p:txBody>
          <a:bodyPr wrap="square" rtlCol="0">
            <a:spAutoFit/>
          </a:bodyPr>
          <a:lstStyle/>
          <a:p>
            <a:pPr algn="ctr"/>
            <a:r>
              <a:rPr kumimoji="1" lang="en-US" altLang="ja-JP" sz="16600" b="1" dirty="0">
                <a:solidFill>
                  <a:srgbClr val="0F93A5"/>
                </a:solidFill>
              </a:rPr>
              <a:t>04</a:t>
            </a:r>
            <a:endParaRPr kumimoji="1" lang="ja-JP" altLang="en-US" sz="16600" b="1" dirty="0">
              <a:solidFill>
                <a:srgbClr val="0F93A5"/>
              </a:solidFill>
            </a:endParaRPr>
          </a:p>
        </p:txBody>
      </p:sp>
      <p:sp>
        <p:nvSpPr>
          <p:cNvPr id="10" name="テキスト ボックス 9">
            <a:extLst>
              <a:ext uri="{FF2B5EF4-FFF2-40B4-BE49-F238E27FC236}">
                <a16:creationId xmlns:a16="http://schemas.microsoft.com/office/drawing/2014/main" id="{DD4FF5DF-A2F4-1767-F3DE-F14916745A68}"/>
              </a:ext>
            </a:extLst>
          </p:cNvPr>
          <p:cNvSpPr txBox="1"/>
          <p:nvPr/>
        </p:nvSpPr>
        <p:spPr>
          <a:xfrm>
            <a:off x="676536" y="2283490"/>
            <a:ext cx="6614985" cy="1107996"/>
          </a:xfrm>
          <a:prstGeom prst="rect">
            <a:avLst/>
          </a:prstGeom>
          <a:noFill/>
        </p:spPr>
        <p:txBody>
          <a:bodyPr wrap="square" rtlCol="0">
            <a:spAutoFit/>
          </a:bodyPr>
          <a:lstStyle/>
          <a:p>
            <a:pPr algn="ctr"/>
            <a:r>
              <a:rPr kumimoji="1" lang="ja-JP" altLang="en-US" sz="6600" b="1" dirty="0">
                <a:solidFill>
                  <a:schemeClr val="bg1"/>
                </a:solidFill>
              </a:rPr>
              <a:t>意識の変化</a:t>
            </a:r>
          </a:p>
        </p:txBody>
      </p:sp>
      <p:sp>
        <p:nvSpPr>
          <p:cNvPr id="3" name="テキスト ボックス 2">
            <a:extLst>
              <a:ext uri="{FF2B5EF4-FFF2-40B4-BE49-F238E27FC236}">
                <a16:creationId xmlns:a16="http://schemas.microsoft.com/office/drawing/2014/main" id="{660A36E4-8632-17CB-5B58-090B30EDE5D6}"/>
              </a:ext>
            </a:extLst>
          </p:cNvPr>
          <p:cNvSpPr txBox="1"/>
          <p:nvPr/>
        </p:nvSpPr>
        <p:spPr>
          <a:xfrm>
            <a:off x="8006187" y="3429000"/>
            <a:ext cx="1555281" cy="461665"/>
          </a:xfrm>
          <a:prstGeom prst="rect">
            <a:avLst/>
          </a:prstGeom>
          <a:noFill/>
        </p:spPr>
        <p:txBody>
          <a:bodyPr wrap="square" rtlCol="0">
            <a:spAutoFit/>
          </a:bodyPr>
          <a:lstStyle/>
          <a:p>
            <a:r>
              <a:rPr kumimoji="1" lang="ja-JP" altLang="en-US" sz="2400" b="1" dirty="0">
                <a:solidFill>
                  <a:srgbClr val="0F93A5"/>
                </a:solidFill>
              </a:rPr>
              <a:t>自己紹介</a:t>
            </a:r>
          </a:p>
        </p:txBody>
      </p:sp>
      <p:sp>
        <p:nvSpPr>
          <p:cNvPr id="4" name="テキスト ボックス 3">
            <a:extLst>
              <a:ext uri="{FF2B5EF4-FFF2-40B4-BE49-F238E27FC236}">
                <a16:creationId xmlns:a16="http://schemas.microsoft.com/office/drawing/2014/main" id="{0F86BECA-70C0-EF82-AD01-85BCFB71EB2E}"/>
              </a:ext>
            </a:extLst>
          </p:cNvPr>
          <p:cNvSpPr txBox="1"/>
          <p:nvPr/>
        </p:nvSpPr>
        <p:spPr>
          <a:xfrm>
            <a:off x="8006187" y="4066097"/>
            <a:ext cx="2279146" cy="461665"/>
          </a:xfrm>
          <a:prstGeom prst="rect">
            <a:avLst/>
          </a:prstGeom>
          <a:noFill/>
        </p:spPr>
        <p:txBody>
          <a:bodyPr wrap="square" rtlCol="0">
            <a:spAutoFit/>
          </a:bodyPr>
          <a:lstStyle/>
          <a:p>
            <a:r>
              <a:rPr lang="ja-JP" altLang="en-US" sz="2400" b="1" dirty="0">
                <a:solidFill>
                  <a:srgbClr val="0F93A5"/>
                </a:solidFill>
              </a:rPr>
              <a:t>組織紹介</a:t>
            </a:r>
            <a:endParaRPr kumimoji="1" lang="ja-JP" altLang="en-US" sz="2400" b="1" dirty="0">
              <a:solidFill>
                <a:srgbClr val="0F93A5"/>
              </a:solidFill>
            </a:endParaRPr>
          </a:p>
        </p:txBody>
      </p:sp>
      <p:sp>
        <p:nvSpPr>
          <p:cNvPr id="6" name="テキスト ボックス 5">
            <a:extLst>
              <a:ext uri="{FF2B5EF4-FFF2-40B4-BE49-F238E27FC236}">
                <a16:creationId xmlns:a16="http://schemas.microsoft.com/office/drawing/2014/main" id="{CCA35EC9-B339-3699-5BFD-0754CD411416}"/>
              </a:ext>
            </a:extLst>
          </p:cNvPr>
          <p:cNvSpPr txBox="1"/>
          <p:nvPr/>
        </p:nvSpPr>
        <p:spPr>
          <a:xfrm>
            <a:off x="8006188" y="4703194"/>
            <a:ext cx="2733666" cy="461665"/>
          </a:xfrm>
          <a:prstGeom prst="rect">
            <a:avLst/>
          </a:prstGeom>
          <a:noFill/>
        </p:spPr>
        <p:txBody>
          <a:bodyPr wrap="square" rtlCol="0">
            <a:spAutoFit/>
          </a:bodyPr>
          <a:lstStyle/>
          <a:p>
            <a:r>
              <a:rPr kumimoji="1" lang="ja-JP" altLang="en-US" sz="2400" b="1" dirty="0">
                <a:solidFill>
                  <a:srgbClr val="0F93A5"/>
                </a:solidFill>
              </a:rPr>
              <a:t>プロジェクト紹介</a:t>
            </a:r>
          </a:p>
        </p:txBody>
      </p:sp>
      <p:sp>
        <p:nvSpPr>
          <p:cNvPr id="8" name="テキスト ボックス 7">
            <a:extLst>
              <a:ext uri="{FF2B5EF4-FFF2-40B4-BE49-F238E27FC236}">
                <a16:creationId xmlns:a16="http://schemas.microsoft.com/office/drawing/2014/main" id="{FC99E5CC-F416-1136-4472-F1E5986685FD}"/>
              </a:ext>
            </a:extLst>
          </p:cNvPr>
          <p:cNvSpPr txBox="1"/>
          <p:nvPr/>
        </p:nvSpPr>
        <p:spPr>
          <a:xfrm>
            <a:off x="8006187" y="5340291"/>
            <a:ext cx="2554103" cy="461665"/>
          </a:xfrm>
          <a:prstGeom prst="rect">
            <a:avLst/>
          </a:prstGeom>
          <a:noFill/>
        </p:spPr>
        <p:txBody>
          <a:bodyPr wrap="square" rtlCol="0">
            <a:spAutoFit/>
          </a:bodyPr>
          <a:lstStyle/>
          <a:p>
            <a:r>
              <a:rPr kumimoji="1" lang="ja-JP" altLang="en-US" sz="2400" b="1" dirty="0">
                <a:solidFill>
                  <a:schemeClr val="bg1"/>
                </a:solidFill>
              </a:rPr>
              <a:t>意識の変化</a:t>
            </a:r>
          </a:p>
        </p:txBody>
      </p:sp>
      <p:sp>
        <p:nvSpPr>
          <p:cNvPr id="9" name="テキスト ボックス 8">
            <a:extLst>
              <a:ext uri="{FF2B5EF4-FFF2-40B4-BE49-F238E27FC236}">
                <a16:creationId xmlns:a16="http://schemas.microsoft.com/office/drawing/2014/main" id="{1408573B-7FBC-03AB-9DD7-7BDD90A42EE0}"/>
              </a:ext>
            </a:extLst>
          </p:cNvPr>
          <p:cNvSpPr txBox="1"/>
          <p:nvPr/>
        </p:nvSpPr>
        <p:spPr>
          <a:xfrm>
            <a:off x="8006187" y="5977388"/>
            <a:ext cx="2374539" cy="461665"/>
          </a:xfrm>
          <a:prstGeom prst="rect">
            <a:avLst/>
          </a:prstGeom>
          <a:noFill/>
        </p:spPr>
        <p:txBody>
          <a:bodyPr wrap="square" rtlCol="0">
            <a:spAutoFit/>
          </a:bodyPr>
          <a:lstStyle/>
          <a:p>
            <a:r>
              <a:rPr kumimoji="1" lang="ja-JP" altLang="en-US" sz="2400" b="1" dirty="0">
                <a:solidFill>
                  <a:srgbClr val="0F93A5"/>
                </a:solidFill>
              </a:rPr>
              <a:t>来年度の目標</a:t>
            </a:r>
            <a:endParaRPr kumimoji="1" lang="en-US" altLang="ja-JP" sz="2400" b="1" dirty="0">
              <a:solidFill>
                <a:srgbClr val="0F93A5"/>
              </a:solidFill>
            </a:endParaRPr>
          </a:p>
        </p:txBody>
      </p:sp>
      <p:sp>
        <p:nvSpPr>
          <p:cNvPr id="12" name="楕円 11">
            <a:extLst>
              <a:ext uri="{FF2B5EF4-FFF2-40B4-BE49-F238E27FC236}">
                <a16:creationId xmlns:a16="http://schemas.microsoft.com/office/drawing/2014/main" id="{A9CA5EAC-6406-3F96-1112-3630118D0F07}"/>
              </a:ext>
            </a:extLst>
          </p:cNvPr>
          <p:cNvSpPr/>
          <p:nvPr/>
        </p:nvSpPr>
        <p:spPr>
          <a:xfrm>
            <a:off x="7291521" y="3370474"/>
            <a:ext cx="468429" cy="468429"/>
          </a:xfrm>
          <a:prstGeom prst="ellipse">
            <a:avLst/>
          </a:prstGeom>
          <a:solidFill>
            <a:srgbClr val="0F93A5"/>
          </a:solidFill>
          <a:ln>
            <a:solidFill>
              <a:srgbClr val="12B3C7"/>
            </a:solidFill>
          </a:ln>
        </p:spPr>
        <p:style>
          <a:lnRef idx="2">
            <a:schemeClr val="accent1">
              <a:shade val="50000"/>
            </a:schemeClr>
          </a:lnRef>
          <a:fillRef idx="1">
            <a:schemeClr val="accent1"/>
          </a:fillRef>
          <a:effectRef idx="0">
            <a:schemeClr val="accent1"/>
          </a:effectRef>
          <a:fontRef idx="minor">
            <a:schemeClr val="lt1"/>
          </a:fontRef>
        </p:style>
        <p:txBody>
          <a:bodyPr wrap="none" lIns="108000" tIns="108000" rtlCol="0" anchor="ctr"/>
          <a:lstStyle/>
          <a:p>
            <a:pPr algn="ctr"/>
            <a:r>
              <a:rPr kumimoji="1" lang="en-US" altLang="ja-JP" sz="2000" b="1" dirty="0">
                <a:solidFill>
                  <a:srgbClr val="12B3C7"/>
                </a:solidFill>
              </a:rPr>
              <a:t>01</a:t>
            </a:r>
            <a:endParaRPr kumimoji="1" lang="ja-JP" altLang="en-US" sz="2000" b="1" dirty="0">
              <a:solidFill>
                <a:srgbClr val="12B3C7"/>
              </a:solidFill>
            </a:endParaRPr>
          </a:p>
        </p:txBody>
      </p:sp>
      <p:sp>
        <p:nvSpPr>
          <p:cNvPr id="20" name="楕円 19">
            <a:extLst>
              <a:ext uri="{FF2B5EF4-FFF2-40B4-BE49-F238E27FC236}">
                <a16:creationId xmlns:a16="http://schemas.microsoft.com/office/drawing/2014/main" id="{A6654F2E-CE52-7F63-90D7-E7EAA04EFFC9}"/>
              </a:ext>
            </a:extLst>
          </p:cNvPr>
          <p:cNvSpPr/>
          <p:nvPr/>
        </p:nvSpPr>
        <p:spPr>
          <a:xfrm>
            <a:off x="7291521" y="4020512"/>
            <a:ext cx="468429" cy="468429"/>
          </a:xfrm>
          <a:prstGeom prst="ellipse">
            <a:avLst/>
          </a:prstGeom>
          <a:solidFill>
            <a:srgbClr val="0F93A5"/>
          </a:solidFill>
          <a:ln>
            <a:solidFill>
              <a:srgbClr val="12B3C7"/>
            </a:solidFill>
          </a:ln>
        </p:spPr>
        <p:style>
          <a:lnRef idx="2">
            <a:schemeClr val="accent1">
              <a:shade val="50000"/>
            </a:schemeClr>
          </a:lnRef>
          <a:fillRef idx="1">
            <a:schemeClr val="accent1"/>
          </a:fillRef>
          <a:effectRef idx="0">
            <a:schemeClr val="accent1"/>
          </a:effectRef>
          <a:fontRef idx="minor">
            <a:schemeClr val="lt1"/>
          </a:fontRef>
        </p:style>
        <p:txBody>
          <a:bodyPr wrap="none" lIns="108000" tIns="108000" rtlCol="0" anchor="ctr"/>
          <a:lstStyle/>
          <a:p>
            <a:pPr algn="ctr"/>
            <a:r>
              <a:rPr kumimoji="1" lang="en-US" altLang="ja-JP" sz="2000" b="1" dirty="0">
                <a:solidFill>
                  <a:srgbClr val="12B3C7"/>
                </a:solidFill>
              </a:rPr>
              <a:t>02</a:t>
            </a:r>
            <a:endParaRPr kumimoji="1" lang="ja-JP" altLang="en-US" sz="2000" b="1" dirty="0">
              <a:solidFill>
                <a:srgbClr val="12B3C7"/>
              </a:solidFill>
            </a:endParaRPr>
          </a:p>
        </p:txBody>
      </p:sp>
      <p:sp>
        <p:nvSpPr>
          <p:cNvPr id="21" name="楕円 20">
            <a:extLst>
              <a:ext uri="{FF2B5EF4-FFF2-40B4-BE49-F238E27FC236}">
                <a16:creationId xmlns:a16="http://schemas.microsoft.com/office/drawing/2014/main" id="{19E3B031-93D2-FF07-1C21-8D917D0FF02A}"/>
              </a:ext>
            </a:extLst>
          </p:cNvPr>
          <p:cNvSpPr/>
          <p:nvPr/>
        </p:nvSpPr>
        <p:spPr>
          <a:xfrm>
            <a:off x="7291521" y="4670550"/>
            <a:ext cx="468429" cy="468429"/>
          </a:xfrm>
          <a:prstGeom prst="ellipse">
            <a:avLst/>
          </a:prstGeom>
          <a:solidFill>
            <a:srgbClr val="0F93A5"/>
          </a:solidFill>
          <a:ln>
            <a:solidFill>
              <a:srgbClr val="12B3C7"/>
            </a:solidFill>
          </a:ln>
        </p:spPr>
        <p:style>
          <a:lnRef idx="2">
            <a:schemeClr val="accent1">
              <a:shade val="50000"/>
            </a:schemeClr>
          </a:lnRef>
          <a:fillRef idx="1">
            <a:schemeClr val="accent1"/>
          </a:fillRef>
          <a:effectRef idx="0">
            <a:schemeClr val="accent1"/>
          </a:effectRef>
          <a:fontRef idx="minor">
            <a:schemeClr val="lt1"/>
          </a:fontRef>
        </p:style>
        <p:txBody>
          <a:bodyPr wrap="none" lIns="108000" tIns="108000" rtlCol="0" anchor="ctr"/>
          <a:lstStyle/>
          <a:p>
            <a:pPr algn="ctr"/>
            <a:r>
              <a:rPr kumimoji="1" lang="en-US" altLang="ja-JP" sz="2000" b="1" dirty="0">
                <a:solidFill>
                  <a:srgbClr val="12B3C7"/>
                </a:solidFill>
              </a:rPr>
              <a:t>03</a:t>
            </a:r>
            <a:endParaRPr kumimoji="1" lang="ja-JP" altLang="en-US" sz="2000" b="1" dirty="0">
              <a:solidFill>
                <a:srgbClr val="12B3C7"/>
              </a:solidFill>
            </a:endParaRPr>
          </a:p>
        </p:txBody>
      </p:sp>
      <p:sp>
        <p:nvSpPr>
          <p:cNvPr id="22" name="楕円 21">
            <a:extLst>
              <a:ext uri="{FF2B5EF4-FFF2-40B4-BE49-F238E27FC236}">
                <a16:creationId xmlns:a16="http://schemas.microsoft.com/office/drawing/2014/main" id="{BFD66615-F026-6EC2-CE31-2323D560E9FF}"/>
              </a:ext>
            </a:extLst>
          </p:cNvPr>
          <p:cNvSpPr/>
          <p:nvPr/>
        </p:nvSpPr>
        <p:spPr>
          <a:xfrm>
            <a:off x="7291521" y="5320588"/>
            <a:ext cx="468429" cy="468429"/>
          </a:xfrm>
          <a:prstGeom prst="ellipse">
            <a:avLst/>
          </a:prstGeom>
          <a:solidFill>
            <a:schemeClr val="bg1"/>
          </a:solidFill>
          <a:ln>
            <a:solidFill>
              <a:srgbClr val="12B3C7"/>
            </a:solidFill>
          </a:ln>
        </p:spPr>
        <p:style>
          <a:lnRef idx="2">
            <a:schemeClr val="accent1">
              <a:shade val="50000"/>
            </a:schemeClr>
          </a:lnRef>
          <a:fillRef idx="1">
            <a:schemeClr val="accent1"/>
          </a:fillRef>
          <a:effectRef idx="0">
            <a:schemeClr val="accent1"/>
          </a:effectRef>
          <a:fontRef idx="minor">
            <a:schemeClr val="lt1"/>
          </a:fontRef>
        </p:style>
        <p:txBody>
          <a:bodyPr wrap="none" lIns="108000" tIns="108000" rtlCol="0" anchor="ctr"/>
          <a:lstStyle/>
          <a:p>
            <a:pPr algn="ctr"/>
            <a:r>
              <a:rPr kumimoji="1" lang="en-US" altLang="ja-JP" sz="2000" b="1" dirty="0">
                <a:solidFill>
                  <a:srgbClr val="12B3C7"/>
                </a:solidFill>
              </a:rPr>
              <a:t>04</a:t>
            </a:r>
            <a:endParaRPr kumimoji="1" lang="ja-JP" altLang="en-US" sz="2000" b="1" dirty="0">
              <a:solidFill>
                <a:srgbClr val="12B3C7"/>
              </a:solidFill>
            </a:endParaRPr>
          </a:p>
        </p:txBody>
      </p:sp>
      <p:sp>
        <p:nvSpPr>
          <p:cNvPr id="23" name="楕円 22">
            <a:extLst>
              <a:ext uri="{FF2B5EF4-FFF2-40B4-BE49-F238E27FC236}">
                <a16:creationId xmlns:a16="http://schemas.microsoft.com/office/drawing/2014/main" id="{D55B72BC-E2EA-8742-754D-E1AC24B48509}"/>
              </a:ext>
            </a:extLst>
          </p:cNvPr>
          <p:cNvSpPr/>
          <p:nvPr/>
        </p:nvSpPr>
        <p:spPr>
          <a:xfrm>
            <a:off x="7291521" y="5970624"/>
            <a:ext cx="468429" cy="468429"/>
          </a:xfrm>
          <a:prstGeom prst="ellipse">
            <a:avLst/>
          </a:prstGeom>
          <a:solidFill>
            <a:srgbClr val="0F93A5"/>
          </a:solidFill>
          <a:ln>
            <a:solidFill>
              <a:srgbClr val="12B3C7"/>
            </a:solidFill>
          </a:ln>
        </p:spPr>
        <p:style>
          <a:lnRef idx="2">
            <a:schemeClr val="accent1">
              <a:shade val="50000"/>
            </a:schemeClr>
          </a:lnRef>
          <a:fillRef idx="1">
            <a:schemeClr val="accent1"/>
          </a:fillRef>
          <a:effectRef idx="0">
            <a:schemeClr val="accent1"/>
          </a:effectRef>
          <a:fontRef idx="minor">
            <a:schemeClr val="lt1"/>
          </a:fontRef>
        </p:style>
        <p:txBody>
          <a:bodyPr wrap="none" lIns="108000" tIns="108000" rtlCol="0" anchor="ctr"/>
          <a:lstStyle/>
          <a:p>
            <a:pPr algn="ctr"/>
            <a:r>
              <a:rPr kumimoji="1" lang="en-US" altLang="ja-JP" sz="2000" b="1" dirty="0">
                <a:solidFill>
                  <a:srgbClr val="12B3C7"/>
                </a:solidFill>
              </a:rPr>
              <a:t>05</a:t>
            </a:r>
            <a:endParaRPr kumimoji="1" lang="ja-JP" altLang="en-US" sz="2000" b="1" dirty="0">
              <a:solidFill>
                <a:srgbClr val="12B3C7"/>
              </a:solidFill>
            </a:endParaRPr>
          </a:p>
        </p:txBody>
      </p:sp>
    </p:spTree>
    <p:extLst>
      <p:ext uri="{BB962C8B-B14F-4D97-AF65-F5344CB8AC3E}">
        <p14:creationId xmlns:p14="http://schemas.microsoft.com/office/powerpoint/2010/main" val="419180580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271E3E-0E68-0821-D1AB-19BC5003D2AE}"/>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44A8DF13-628F-EB2E-9666-800BAEC8C064}"/>
              </a:ext>
            </a:extLst>
          </p:cNvPr>
          <p:cNvSpPr>
            <a:spLocks noGrp="1"/>
          </p:cNvSpPr>
          <p:nvPr>
            <p:ph type="title"/>
          </p:nvPr>
        </p:nvSpPr>
        <p:spPr/>
        <p:txBody>
          <a:bodyPr/>
          <a:lstStyle/>
          <a:p>
            <a:r>
              <a:rPr kumimoji="1" lang="ja-JP" altLang="en-US" dirty="0"/>
              <a:t>意識の変化</a:t>
            </a:r>
          </a:p>
        </p:txBody>
      </p:sp>
      <p:sp>
        <p:nvSpPr>
          <p:cNvPr id="5" name="スライド番号プレースホルダー 4">
            <a:extLst>
              <a:ext uri="{FF2B5EF4-FFF2-40B4-BE49-F238E27FC236}">
                <a16:creationId xmlns:a16="http://schemas.microsoft.com/office/drawing/2014/main" id="{8805DE53-7230-F1A1-B1E5-78AE54E0A4F9}"/>
              </a:ext>
            </a:extLst>
          </p:cNvPr>
          <p:cNvSpPr>
            <a:spLocks noGrp="1"/>
          </p:cNvSpPr>
          <p:nvPr>
            <p:ph type="sldNum" sz="quarter" idx="12"/>
          </p:nvPr>
        </p:nvSpPr>
        <p:spPr/>
        <p:txBody>
          <a:bodyPr/>
          <a:lstStyle/>
          <a:p>
            <a:fld id="{A47ACDBF-E3C6-4DD5-8189-300D63B6E3FF}" type="slidenum">
              <a:rPr kumimoji="1" lang="ja-JP" altLang="en-US" smtClean="0"/>
              <a:t>15</a:t>
            </a:fld>
            <a:endParaRPr kumimoji="1" lang="ja-JP" altLang="en-US"/>
          </a:p>
        </p:txBody>
      </p:sp>
      <p:sp>
        <p:nvSpPr>
          <p:cNvPr id="6" name="テキスト ボックス 5">
            <a:extLst>
              <a:ext uri="{FF2B5EF4-FFF2-40B4-BE49-F238E27FC236}">
                <a16:creationId xmlns:a16="http://schemas.microsoft.com/office/drawing/2014/main" id="{15C06B70-BFFE-F0B2-0737-0EF70D6C1FFE}"/>
              </a:ext>
            </a:extLst>
          </p:cNvPr>
          <p:cNvSpPr txBox="1"/>
          <p:nvPr/>
        </p:nvSpPr>
        <p:spPr>
          <a:xfrm>
            <a:off x="1913766" y="1353937"/>
            <a:ext cx="8364467" cy="1200329"/>
          </a:xfrm>
          <a:prstGeom prst="rect">
            <a:avLst/>
          </a:prstGeom>
          <a:noFill/>
        </p:spPr>
        <p:txBody>
          <a:bodyPr wrap="square" rtlCol="0">
            <a:spAutoFit/>
          </a:bodyPr>
          <a:lstStyle/>
          <a:p>
            <a:pPr algn="ctr"/>
            <a:br>
              <a:rPr kumimoji="1" lang="en-US" altLang="ja-JP" sz="2400" b="1" dirty="0">
                <a:solidFill>
                  <a:srgbClr val="4C4948"/>
                </a:solidFill>
              </a:rPr>
            </a:br>
            <a:r>
              <a:rPr lang="ja-JP" altLang="en-US" sz="2400" b="1" dirty="0">
                <a:solidFill>
                  <a:srgbClr val="4C4948"/>
                </a:solidFill>
              </a:rPr>
              <a:t>これという成功体験がなかった、むしろ失敗ばかり</a:t>
            </a:r>
            <a:br>
              <a:rPr kumimoji="1" lang="en-US" altLang="ja-JP" sz="2400" b="1" dirty="0">
                <a:solidFill>
                  <a:srgbClr val="4C4948"/>
                </a:solidFill>
              </a:rPr>
            </a:br>
            <a:endParaRPr kumimoji="1" lang="ja-JP" altLang="en-US" sz="2400" b="1" dirty="0">
              <a:solidFill>
                <a:srgbClr val="4C4948"/>
              </a:solidFill>
            </a:endParaRPr>
          </a:p>
        </p:txBody>
      </p:sp>
      <p:sp>
        <p:nvSpPr>
          <p:cNvPr id="7" name="正方形/長方形 6">
            <a:extLst>
              <a:ext uri="{FF2B5EF4-FFF2-40B4-BE49-F238E27FC236}">
                <a16:creationId xmlns:a16="http://schemas.microsoft.com/office/drawing/2014/main" id="{449DC96A-BD2C-871A-9DB2-60E1795302E1}"/>
              </a:ext>
            </a:extLst>
          </p:cNvPr>
          <p:cNvSpPr/>
          <p:nvPr/>
        </p:nvSpPr>
        <p:spPr>
          <a:xfrm>
            <a:off x="2055164" y="2447154"/>
            <a:ext cx="8081670" cy="2377440"/>
          </a:xfrm>
          <a:prstGeom prst="rect">
            <a:avLst/>
          </a:prstGeom>
          <a:solidFill>
            <a:schemeClr val="bg2"/>
          </a:solidFill>
          <a:ln w="381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342900" indent="-342900">
              <a:buFont typeface="Arial" panose="020B0604020202020204" pitchFamily="34" charset="0"/>
              <a:buChar char="•"/>
            </a:pPr>
            <a:r>
              <a:rPr lang="en-US" altLang="ja-JP" sz="2000" b="1" dirty="0" err="1">
                <a:solidFill>
                  <a:srgbClr val="4C4948"/>
                </a:solidFill>
              </a:rPr>
              <a:t>Tance</a:t>
            </a:r>
            <a:r>
              <a:rPr lang="ja-JP" altLang="en-US" sz="2000" b="1" dirty="0">
                <a:solidFill>
                  <a:srgbClr val="4C4948"/>
                </a:solidFill>
              </a:rPr>
              <a:t>への参画は見送り</a:t>
            </a:r>
            <a:endParaRPr lang="en-US" altLang="ja-JP" sz="2000" b="1" dirty="0">
              <a:solidFill>
                <a:srgbClr val="4C4948"/>
              </a:solidFill>
            </a:endParaRPr>
          </a:p>
          <a:p>
            <a:pPr marL="342900" indent="-342900">
              <a:buFont typeface="Arial" panose="020B0604020202020204" pitchFamily="34" charset="0"/>
              <a:buChar char="•"/>
            </a:pPr>
            <a:r>
              <a:rPr kumimoji="1" lang="ja-JP" altLang="en-US" sz="2000" b="1" dirty="0">
                <a:solidFill>
                  <a:srgbClr val="4C4948"/>
                </a:solidFill>
              </a:rPr>
              <a:t>受けセン</a:t>
            </a:r>
            <a:r>
              <a:rPr kumimoji="1" lang="en-US" altLang="ja-JP" sz="2000" b="1" dirty="0">
                <a:solidFill>
                  <a:srgbClr val="4C4948"/>
                </a:solidFill>
              </a:rPr>
              <a:t>PoC</a:t>
            </a:r>
            <a:r>
              <a:rPr kumimoji="1" lang="ja-JP" altLang="en-US" sz="2000" b="1" dirty="0">
                <a:solidFill>
                  <a:srgbClr val="4C4948"/>
                </a:solidFill>
              </a:rPr>
              <a:t>は失注</a:t>
            </a:r>
            <a:endParaRPr kumimoji="1" lang="en-US" altLang="ja-JP" sz="2000" b="1" dirty="0">
              <a:solidFill>
                <a:srgbClr val="4C4948"/>
              </a:solidFill>
            </a:endParaRPr>
          </a:p>
          <a:p>
            <a:pPr marL="342900" indent="-342900">
              <a:buFont typeface="Arial" panose="020B0604020202020204" pitchFamily="34" charset="0"/>
              <a:buChar char="•"/>
            </a:pPr>
            <a:r>
              <a:rPr lang="ja-JP" altLang="en-US" sz="2000" b="1" dirty="0">
                <a:solidFill>
                  <a:srgbClr val="4C4948"/>
                </a:solidFill>
              </a:rPr>
              <a:t>周りの人がこんなに大変なのに私は何もできない、、、</a:t>
            </a:r>
            <a:endParaRPr lang="en-US" altLang="ja-JP" sz="2000" b="1" dirty="0">
              <a:solidFill>
                <a:srgbClr val="4C4948"/>
              </a:solidFill>
            </a:endParaRPr>
          </a:p>
          <a:p>
            <a:pPr marL="342900" indent="-342900">
              <a:buFont typeface="Arial" panose="020B0604020202020204" pitchFamily="34" charset="0"/>
              <a:buChar char="•"/>
            </a:pPr>
            <a:endParaRPr kumimoji="1" lang="en-US" altLang="ja-JP" sz="2000" b="1" dirty="0">
              <a:solidFill>
                <a:srgbClr val="4C4948"/>
              </a:solidFill>
            </a:endParaRPr>
          </a:p>
          <a:p>
            <a:pPr marL="342900" indent="-342900">
              <a:buFont typeface="Arial" panose="020B0604020202020204" pitchFamily="34" charset="0"/>
              <a:buChar char="•"/>
            </a:pPr>
            <a:r>
              <a:rPr lang="ja-JP" altLang="en-US" sz="2000" b="1" dirty="0">
                <a:solidFill>
                  <a:srgbClr val="4C4948"/>
                </a:solidFill>
              </a:rPr>
              <a:t>庶務を怠って、頻繁に指導されたり、勤務ルールを守らず怒られたり、</a:t>
            </a:r>
            <a:endParaRPr kumimoji="1" lang="en-US" altLang="ja-JP" sz="2000" b="1" dirty="0">
              <a:solidFill>
                <a:srgbClr val="4C4948"/>
              </a:solidFill>
            </a:endParaRPr>
          </a:p>
        </p:txBody>
      </p:sp>
      <p:sp>
        <p:nvSpPr>
          <p:cNvPr id="8" name="テキスト ボックス 7">
            <a:extLst>
              <a:ext uri="{FF2B5EF4-FFF2-40B4-BE49-F238E27FC236}">
                <a16:creationId xmlns:a16="http://schemas.microsoft.com/office/drawing/2014/main" id="{304551D4-57A3-A56F-9E67-676588EC8D07}"/>
              </a:ext>
            </a:extLst>
          </p:cNvPr>
          <p:cNvSpPr txBox="1"/>
          <p:nvPr/>
        </p:nvSpPr>
        <p:spPr>
          <a:xfrm>
            <a:off x="1913766" y="5405371"/>
            <a:ext cx="8364467" cy="1200329"/>
          </a:xfrm>
          <a:prstGeom prst="rect">
            <a:avLst/>
          </a:prstGeom>
          <a:noFill/>
        </p:spPr>
        <p:txBody>
          <a:bodyPr wrap="square" rtlCol="0">
            <a:spAutoFit/>
          </a:bodyPr>
          <a:lstStyle/>
          <a:p>
            <a:pPr algn="ctr"/>
            <a:br>
              <a:rPr kumimoji="1" lang="en-US" altLang="ja-JP" sz="2400" b="1" dirty="0">
                <a:solidFill>
                  <a:srgbClr val="4C4948"/>
                </a:solidFill>
              </a:rPr>
            </a:br>
            <a:r>
              <a:rPr kumimoji="1" lang="ja-JP" altLang="en-US" sz="2400" b="1" dirty="0">
                <a:solidFill>
                  <a:srgbClr val="4C4948"/>
                </a:solidFill>
              </a:rPr>
              <a:t>悔しい、情けない</a:t>
            </a:r>
            <a:br>
              <a:rPr kumimoji="1" lang="en-US" altLang="ja-JP" sz="2400" b="1" dirty="0">
                <a:solidFill>
                  <a:srgbClr val="4C4948"/>
                </a:solidFill>
              </a:rPr>
            </a:br>
            <a:endParaRPr kumimoji="1" lang="ja-JP" altLang="en-US" sz="2400" b="1" dirty="0">
              <a:solidFill>
                <a:srgbClr val="4C4948"/>
              </a:solidFill>
            </a:endParaRPr>
          </a:p>
        </p:txBody>
      </p:sp>
    </p:spTree>
    <p:extLst>
      <p:ext uri="{BB962C8B-B14F-4D97-AF65-F5344CB8AC3E}">
        <p14:creationId xmlns:p14="http://schemas.microsoft.com/office/powerpoint/2010/main" val="231355104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00AB2E-2AFE-3AA3-C459-90C94B3E7FFE}"/>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BBD00B95-AEEE-D14B-30B5-271AB288DD03}"/>
              </a:ext>
            </a:extLst>
          </p:cNvPr>
          <p:cNvSpPr>
            <a:spLocks noGrp="1"/>
          </p:cNvSpPr>
          <p:nvPr>
            <p:ph type="title"/>
          </p:nvPr>
        </p:nvSpPr>
        <p:spPr/>
        <p:txBody>
          <a:bodyPr/>
          <a:lstStyle/>
          <a:p>
            <a:r>
              <a:rPr kumimoji="1" lang="ja-JP" altLang="en-US" dirty="0"/>
              <a:t>意識の変化</a:t>
            </a:r>
          </a:p>
        </p:txBody>
      </p:sp>
      <p:sp>
        <p:nvSpPr>
          <p:cNvPr id="5" name="スライド番号プレースホルダー 4">
            <a:extLst>
              <a:ext uri="{FF2B5EF4-FFF2-40B4-BE49-F238E27FC236}">
                <a16:creationId xmlns:a16="http://schemas.microsoft.com/office/drawing/2014/main" id="{4927548B-26AA-AC20-D819-F60997E2FF9C}"/>
              </a:ext>
            </a:extLst>
          </p:cNvPr>
          <p:cNvSpPr>
            <a:spLocks noGrp="1"/>
          </p:cNvSpPr>
          <p:nvPr>
            <p:ph type="sldNum" sz="quarter" idx="12"/>
          </p:nvPr>
        </p:nvSpPr>
        <p:spPr/>
        <p:txBody>
          <a:bodyPr/>
          <a:lstStyle/>
          <a:p>
            <a:fld id="{A47ACDBF-E3C6-4DD5-8189-300D63B6E3FF}" type="slidenum">
              <a:rPr kumimoji="1" lang="ja-JP" altLang="en-US" smtClean="0"/>
              <a:t>16</a:t>
            </a:fld>
            <a:endParaRPr kumimoji="1" lang="ja-JP" altLang="en-US"/>
          </a:p>
        </p:txBody>
      </p:sp>
      <p:sp>
        <p:nvSpPr>
          <p:cNvPr id="6" name="テキスト ボックス 5">
            <a:extLst>
              <a:ext uri="{FF2B5EF4-FFF2-40B4-BE49-F238E27FC236}">
                <a16:creationId xmlns:a16="http://schemas.microsoft.com/office/drawing/2014/main" id="{A3727937-59EA-4A2F-30D8-D53FDF1CE927}"/>
              </a:ext>
            </a:extLst>
          </p:cNvPr>
          <p:cNvSpPr txBox="1"/>
          <p:nvPr/>
        </p:nvSpPr>
        <p:spPr>
          <a:xfrm>
            <a:off x="1617733" y="1690688"/>
            <a:ext cx="8364467" cy="1200329"/>
          </a:xfrm>
          <a:prstGeom prst="rect">
            <a:avLst/>
          </a:prstGeom>
          <a:noFill/>
        </p:spPr>
        <p:txBody>
          <a:bodyPr wrap="square" rtlCol="0">
            <a:spAutoFit/>
          </a:bodyPr>
          <a:lstStyle/>
          <a:p>
            <a:pPr algn="ctr"/>
            <a:br>
              <a:rPr kumimoji="1" lang="en-US" altLang="ja-JP" sz="2400" b="1" dirty="0">
                <a:solidFill>
                  <a:srgbClr val="4C4948"/>
                </a:solidFill>
              </a:rPr>
            </a:br>
            <a:r>
              <a:rPr kumimoji="1" lang="ja-JP" altLang="en-US" sz="2400" b="1" dirty="0">
                <a:solidFill>
                  <a:srgbClr val="4C4948"/>
                </a:solidFill>
              </a:rPr>
              <a:t>開発を業務でやりたい</a:t>
            </a:r>
            <a:br>
              <a:rPr kumimoji="1" lang="en-US" altLang="ja-JP" sz="2400" b="1" dirty="0">
                <a:solidFill>
                  <a:srgbClr val="4C4948"/>
                </a:solidFill>
              </a:rPr>
            </a:br>
            <a:endParaRPr kumimoji="1" lang="ja-JP" altLang="en-US" sz="2400" b="1" dirty="0">
              <a:solidFill>
                <a:srgbClr val="4C4948"/>
              </a:solidFill>
            </a:endParaRPr>
          </a:p>
        </p:txBody>
      </p:sp>
      <p:sp>
        <p:nvSpPr>
          <p:cNvPr id="12" name="矢印: 下 11">
            <a:extLst>
              <a:ext uri="{FF2B5EF4-FFF2-40B4-BE49-F238E27FC236}">
                <a16:creationId xmlns:a16="http://schemas.microsoft.com/office/drawing/2014/main" id="{CEE431E2-F589-1F5B-9437-BB0E2ED94CA9}"/>
              </a:ext>
            </a:extLst>
          </p:cNvPr>
          <p:cNvSpPr/>
          <p:nvPr/>
        </p:nvSpPr>
        <p:spPr>
          <a:xfrm>
            <a:off x="5448644" y="2637626"/>
            <a:ext cx="702644" cy="506781"/>
          </a:xfrm>
          <a:prstGeom prst="downArrow">
            <a:avLst/>
          </a:prstGeom>
          <a:solidFill>
            <a:srgbClr val="4C4948"/>
          </a:solidFill>
          <a:ln>
            <a:solidFill>
              <a:srgbClr val="4C494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13" name="テキスト ボックス 12">
            <a:extLst>
              <a:ext uri="{FF2B5EF4-FFF2-40B4-BE49-F238E27FC236}">
                <a16:creationId xmlns:a16="http://schemas.microsoft.com/office/drawing/2014/main" id="{F285E9DF-61F4-9124-289D-EDAFAA02912C}"/>
              </a:ext>
            </a:extLst>
          </p:cNvPr>
          <p:cNvSpPr txBox="1"/>
          <p:nvPr/>
        </p:nvSpPr>
        <p:spPr>
          <a:xfrm>
            <a:off x="1617733" y="3260348"/>
            <a:ext cx="8364467" cy="830997"/>
          </a:xfrm>
          <a:prstGeom prst="rect">
            <a:avLst/>
          </a:prstGeom>
          <a:noFill/>
        </p:spPr>
        <p:txBody>
          <a:bodyPr wrap="square" rtlCol="0">
            <a:spAutoFit/>
          </a:bodyPr>
          <a:lstStyle/>
          <a:p>
            <a:pPr algn="ctr"/>
            <a:r>
              <a:rPr kumimoji="1" lang="ja-JP" altLang="en-US" sz="2400" b="1" dirty="0">
                <a:solidFill>
                  <a:srgbClr val="4C4948"/>
                </a:solidFill>
              </a:rPr>
              <a:t>山下部長、君塚さんからチャンスをいただく</a:t>
            </a:r>
            <a:endParaRPr kumimoji="1" lang="en-US" altLang="ja-JP" sz="2400" b="1" dirty="0">
              <a:solidFill>
                <a:srgbClr val="4C4948"/>
              </a:solidFill>
            </a:endParaRPr>
          </a:p>
          <a:p>
            <a:pPr algn="ctr"/>
            <a:r>
              <a:rPr kumimoji="1" lang="en-US" altLang="ja-JP" sz="2400" b="1" dirty="0">
                <a:solidFill>
                  <a:srgbClr val="4C4948"/>
                </a:solidFill>
              </a:rPr>
              <a:t>(</a:t>
            </a:r>
            <a:r>
              <a:rPr lang="ja-JP" altLang="en-US" sz="2400" b="1" dirty="0">
                <a:solidFill>
                  <a:srgbClr val="4C4948"/>
                </a:solidFill>
              </a:rPr>
              <a:t>期待に応えられるか不安だった、</a:t>
            </a:r>
            <a:r>
              <a:rPr kumimoji="1" lang="en-US" altLang="ja-JP" sz="2400" b="1" dirty="0">
                <a:solidFill>
                  <a:srgbClr val="4C4948"/>
                </a:solidFill>
              </a:rPr>
              <a:t>)</a:t>
            </a:r>
            <a:endParaRPr kumimoji="1" lang="ja-JP" altLang="en-US" sz="2400" b="1" dirty="0">
              <a:solidFill>
                <a:srgbClr val="4C4948"/>
              </a:solidFill>
            </a:endParaRPr>
          </a:p>
        </p:txBody>
      </p:sp>
      <p:sp>
        <p:nvSpPr>
          <p:cNvPr id="3" name="矢印: 下 2">
            <a:extLst>
              <a:ext uri="{FF2B5EF4-FFF2-40B4-BE49-F238E27FC236}">
                <a16:creationId xmlns:a16="http://schemas.microsoft.com/office/drawing/2014/main" id="{FB231F44-E59C-EDC6-5F07-BCC05AAB7018}"/>
              </a:ext>
            </a:extLst>
          </p:cNvPr>
          <p:cNvSpPr/>
          <p:nvPr/>
        </p:nvSpPr>
        <p:spPr>
          <a:xfrm>
            <a:off x="5448644" y="4239943"/>
            <a:ext cx="702644" cy="506781"/>
          </a:xfrm>
          <a:prstGeom prst="downArrow">
            <a:avLst/>
          </a:prstGeom>
          <a:solidFill>
            <a:srgbClr val="4C4948"/>
          </a:solidFill>
          <a:ln>
            <a:solidFill>
              <a:srgbClr val="4C494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4" name="テキスト ボックス 3">
            <a:extLst>
              <a:ext uri="{FF2B5EF4-FFF2-40B4-BE49-F238E27FC236}">
                <a16:creationId xmlns:a16="http://schemas.microsoft.com/office/drawing/2014/main" id="{F8565FEA-A350-9F8A-DCA1-A0522F74ACC0}"/>
              </a:ext>
            </a:extLst>
          </p:cNvPr>
          <p:cNvSpPr txBox="1"/>
          <p:nvPr/>
        </p:nvSpPr>
        <p:spPr>
          <a:xfrm>
            <a:off x="1617733" y="4862665"/>
            <a:ext cx="8364467" cy="461665"/>
          </a:xfrm>
          <a:prstGeom prst="rect">
            <a:avLst/>
          </a:prstGeom>
          <a:noFill/>
        </p:spPr>
        <p:txBody>
          <a:bodyPr wrap="square" rtlCol="0">
            <a:spAutoFit/>
          </a:bodyPr>
          <a:lstStyle/>
          <a:p>
            <a:pPr algn="ctr"/>
            <a:r>
              <a:rPr kumimoji="1" lang="ja-JP" altLang="en-US" sz="2400" b="1" dirty="0">
                <a:solidFill>
                  <a:srgbClr val="4C4948"/>
                </a:solidFill>
              </a:rPr>
              <a:t>同時に異動してきた同期のレベルの高さに落ち込む</a:t>
            </a:r>
          </a:p>
        </p:txBody>
      </p:sp>
    </p:spTree>
    <p:extLst>
      <p:ext uri="{BB962C8B-B14F-4D97-AF65-F5344CB8AC3E}">
        <p14:creationId xmlns:p14="http://schemas.microsoft.com/office/powerpoint/2010/main" val="207565858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EA24F2-878B-8084-BE71-B28EB93556EE}"/>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5E7102F7-D29C-D4E3-23A5-51D383C042B3}"/>
              </a:ext>
            </a:extLst>
          </p:cNvPr>
          <p:cNvSpPr>
            <a:spLocks noGrp="1"/>
          </p:cNvSpPr>
          <p:nvPr>
            <p:ph type="title"/>
          </p:nvPr>
        </p:nvSpPr>
        <p:spPr/>
        <p:txBody>
          <a:bodyPr/>
          <a:lstStyle/>
          <a:p>
            <a:r>
              <a:rPr kumimoji="1" lang="ja-JP" altLang="en-US" dirty="0"/>
              <a:t>名寄せ</a:t>
            </a:r>
          </a:p>
        </p:txBody>
      </p:sp>
      <p:sp>
        <p:nvSpPr>
          <p:cNvPr id="5" name="スライド番号プレースホルダー 4">
            <a:extLst>
              <a:ext uri="{FF2B5EF4-FFF2-40B4-BE49-F238E27FC236}">
                <a16:creationId xmlns:a16="http://schemas.microsoft.com/office/drawing/2014/main" id="{107263B4-61E7-6C96-C58F-1EADDBB5F13E}"/>
              </a:ext>
            </a:extLst>
          </p:cNvPr>
          <p:cNvSpPr>
            <a:spLocks noGrp="1"/>
          </p:cNvSpPr>
          <p:nvPr>
            <p:ph type="sldNum" sz="quarter" idx="12"/>
          </p:nvPr>
        </p:nvSpPr>
        <p:spPr/>
        <p:txBody>
          <a:bodyPr/>
          <a:lstStyle/>
          <a:p>
            <a:fld id="{A47ACDBF-E3C6-4DD5-8189-300D63B6E3FF}" type="slidenum">
              <a:rPr kumimoji="1" lang="ja-JP" altLang="en-US" smtClean="0"/>
              <a:t>17</a:t>
            </a:fld>
            <a:endParaRPr kumimoji="1" lang="ja-JP" altLang="en-US"/>
          </a:p>
        </p:txBody>
      </p:sp>
      <p:sp>
        <p:nvSpPr>
          <p:cNvPr id="6" name="テキスト ボックス 5">
            <a:extLst>
              <a:ext uri="{FF2B5EF4-FFF2-40B4-BE49-F238E27FC236}">
                <a16:creationId xmlns:a16="http://schemas.microsoft.com/office/drawing/2014/main" id="{667F6DDD-63CC-DBBB-72DC-211B2A91594A}"/>
              </a:ext>
            </a:extLst>
          </p:cNvPr>
          <p:cNvSpPr txBox="1"/>
          <p:nvPr/>
        </p:nvSpPr>
        <p:spPr>
          <a:xfrm>
            <a:off x="1142885" y="1779016"/>
            <a:ext cx="4587355" cy="461665"/>
          </a:xfrm>
          <a:prstGeom prst="rect">
            <a:avLst/>
          </a:prstGeom>
          <a:noFill/>
        </p:spPr>
        <p:txBody>
          <a:bodyPr wrap="square" rtlCol="0">
            <a:spAutoFit/>
          </a:bodyPr>
          <a:lstStyle/>
          <a:p>
            <a:pPr algn="ctr"/>
            <a:r>
              <a:rPr lang="ja-JP" altLang="en-US" sz="2400" b="1" dirty="0">
                <a:solidFill>
                  <a:srgbClr val="4C4948"/>
                </a:solidFill>
              </a:rPr>
              <a:t>チームメンバに恵まれていた</a:t>
            </a:r>
            <a:endParaRPr kumimoji="1" lang="ja-JP" altLang="en-US" sz="2400" b="1" dirty="0">
              <a:solidFill>
                <a:srgbClr val="4C4948"/>
              </a:solidFill>
            </a:endParaRPr>
          </a:p>
        </p:txBody>
      </p:sp>
      <p:sp>
        <p:nvSpPr>
          <p:cNvPr id="7" name="正方形/長方形 6">
            <a:extLst>
              <a:ext uri="{FF2B5EF4-FFF2-40B4-BE49-F238E27FC236}">
                <a16:creationId xmlns:a16="http://schemas.microsoft.com/office/drawing/2014/main" id="{EA15614B-0545-90B6-FDE2-03ACBA858C87}"/>
              </a:ext>
            </a:extLst>
          </p:cNvPr>
          <p:cNvSpPr/>
          <p:nvPr/>
        </p:nvSpPr>
        <p:spPr>
          <a:xfrm>
            <a:off x="1256095" y="2655210"/>
            <a:ext cx="4474145" cy="1578059"/>
          </a:xfrm>
          <a:prstGeom prst="rect">
            <a:avLst/>
          </a:prstGeom>
          <a:solidFill>
            <a:schemeClr val="bg2"/>
          </a:solidFill>
          <a:ln w="381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buFont typeface="Arial" panose="020B0604020202020204" pitchFamily="34" charset="0"/>
              <a:buChar char="•"/>
            </a:pPr>
            <a:r>
              <a:rPr kumimoji="1" lang="ja-JP" altLang="en-US" sz="2000" b="1" dirty="0">
                <a:solidFill>
                  <a:srgbClr val="4C4948"/>
                </a:solidFill>
              </a:rPr>
              <a:t>優秀な同期</a:t>
            </a:r>
            <a:endParaRPr kumimoji="1" lang="en-US" altLang="ja-JP" sz="2000" b="1" dirty="0">
              <a:solidFill>
                <a:srgbClr val="4C4948"/>
              </a:solidFill>
            </a:endParaRPr>
          </a:p>
          <a:p>
            <a:pPr marL="342900" indent="-342900">
              <a:buFont typeface="Arial" panose="020B0604020202020204" pitchFamily="34" charset="0"/>
              <a:buChar char="•"/>
            </a:pPr>
            <a:r>
              <a:rPr kumimoji="1" lang="ja-JP" altLang="en-US" sz="2000" b="1" dirty="0">
                <a:solidFill>
                  <a:srgbClr val="4C4948"/>
                </a:solidFill>
              </a:rPr>
              <a:t>技術力の高い若手リーダ</a:t>
            </a:r>
            <a:endParaRPr lang="en-US" altLang="ja-JP" sz="2000" b="1" dirty="0">
              <a:solidFill>
                <a:srgbClr val="4C4948"/>
              </a:solidFill>
            </a:endParaRPr>
          </a:p>
          <a:p>
            <a:pPr marL="342900" indent="-342900">
              <a:buFont typeface="Arial" panose="020B0604020202020204" pitchFamily="34" charset="0"/>
              <a:buChar char="•"/>
            </a:pPr>
            <a:r>
              <a:rPr kumimoji="1" lang="en-US" altLang="ja-JP" sz="2000" b="1" dirty="0">
                <a:solidFill>
                  <a:srgbClr val="4C4948"/>
                </a:solidFill>
              </a:rPr>
              <a:t>Java</a:t>
            </a:r>
            <a:r>
              <a:rPr kumimoji="1" lang="ja-JP" altLang="en-US" sz="2000" b="1" dirty="0">
                <a:solidFill>
                  <a:srgbClr val="4C4948"/>
                </a:solidFill>
              </a:rPr>
              <a:t>のプロフェッショナル</a:t>
            </a:r>
            <a:endParaRPr kumimoji="1" lang="en-US" altLang="ja-JP" sz="2000" b="1" dirty="0">
              <a:solidFill>
                <a:srgbClr val="4C4948"/>
              </a:solidFill>
            </a:endParaRPr>
          </a:p>
        </p:txBody>
      </p:sp>
      <p:sp>
        <p:nvSpPr>
          <p:cNvPr id="8" name="テキスト ボックス 7">
            <a:extLst>
              <a:ext uri="{FF2B5EF4-FFF2-40B4-BE49-F238E27FC236}">
                <a16:creationId xmlns:a16="http://schemas.microsoft.com/office/drawing/2014/main" id="{52F497AA-37F9-EBD1-F096-D30C5C187181}"/>
              </a:ext>
            </a:extLst>
          </p:cNvPr>
          <p:cNvSpPr txBox="1"/>
          <p:nvPr/>
        </p:nvSpPr>
        <p:spPr>
          <a:xfrm>
            <a:off x="6461762" y="1779016"/>
            <a:ext cx="4587355" cy="461665"/>
          </a:xfrm>
          <a:prstGeom prst="rect">
            <a:avLst/>
          </a:prstGeom>
          <a:noFill/>
        </p:spPr>
        <p:txBody>
          <a:bodyPr wrap="square" rtlCol="0">
            <a:spAutoFit/>
          </a:bodyPr>
          <a:lstStyle/>
          <a:p>
            <a:pPr algn="ctr"/>
            <a:r>
              <a:rPr lang="ja-JP" altLang="en-US" sz="2400" b="1" dirty="0">
                <a:solidFill>
                  <a:srgbClr val="4C4948"/>
                </a:solidFill>
              </a:rPr>
              <a:t>業務で初めてのコーディング</a:t>
            </a:r>
            <a:endParaRPr kumimoji="1" lang="ja-JP" altLang="en-US" sz="2400" b="1" dirty="0">
              <a:solidFill>
                <a:srgbClr val="4C4948"/>
              </a:solidFill>
            </a:endParaRPr>
          </a:p>
        </p:txBody>
      </p:sp>
      <p:sp>
        <p:nvSpPr>
          <p:cNvPr id="9" name="正方形/長方形 8">
            <a:extLst>
              <a:ext uri="{FF2B5EF4-FFF2-40B4-BE49-F238E27FC236}">
                <a16:creationId xmlns:a16="http://schemas.microsoft.com/office/drawing/2014/main" id="{0B9E46E0-DB1D-F0E1-4DE4-D0D5663D00A9}"/>
              </a:ext>
            </a:extLst>
          </p:cNvPr>
          <p:cNvSpPr/>
          <p:nvPr/>
        </p:nvSpPr>
        <p:spPr>
          <a:xfrm>
            <a:off x="6879655" y="2639970"/>
            <a:ext cx="4474145" cy="1578059"/>
          </a:xfrm>
          <a:prstGeom prst="rect">
            <a:avLst/>
          </a:prstGeom>
          <a:solidFill>
            <a:schemeClr val="bg2"/>
          </a:solidFill>
          <a:ln w="381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buFont typeface="Arial" panose="020B0604020202020204" pitchFamily="34" charset="0"/>
              <a:buChar char="•"/>
            </a:pPr>
            <a:r>
              <a:rPr kumimoji="1" lang="ja-JP" altLang="en-US" sz="2000" b="1" dirty="0">
                <a:solidFill>
                  <a:srgbClr val="4C4948"/>
                </a:solidFill>
              </a:rPr>
              <a:t>品質への意識</a:t>
            </a:r>
            <a:endParaRPr kumimoji="1" lang="en-US" altLang="ja-JP" sz="2000" b="1" dirty="0">
              <a:solidFill>
                <a:srgbClr val="4C4948"/>
              </a:solidFill>
            </a:endParaRPr>
          </a:p>
          <a:p>
            <a:pPr marL="342900" indent="-342900">
              <a:buFont typeface="Arial" panose="020B0604020202020204" pitchFamily="34" charset="0"/>
              <a:buChar char="•"/>
            </a:pPr>
            <a:r>
              <a:rPr kumimoji="1" lang="ja-JP" altLang="en-US" sz="2000" b="1" dirty="0">
                <a:solidFill>
                  <a:srgbClr val="4C4948"/>
                </a:solidFill>
              </a:rPr>
              <a:t>設計から実装への落とし込み</a:t>
            </a:r>
            <a:endParaRPr kumimoji="1" lang="en-US" altLang="ja-JP" sz="2000" b="1" dirty="0">
              <a:solidFill>
                <a:srgbClr val="4C4948"/>
              </a:solidFill>
            </a:endParaRPr>
          </a:p>
        </p:txBody>
      </p:sp>
      <p:sp>
        <p:nvSpPr>
          <p:cNvPr id="3" name="矢印: 下 2">
            <a:extLst>
              <a:ext uri="{FF2B5EF4-FFF2-40B4-BE49-F238E27FC236}">
                <a16:creationId xmlns:a16="http://schemas.microsoft.com/office/drawing/2014/main" id="{4DB6DAE6-59CF-3605-C61A-60DCAD23CECA}"/>
              </a:ext>
            </a:extLst>
          </p:cNvPr>
          <p:cNvSpPr/>
          <p:nvPr/>
        </p:nvSpPr>
        <p:spPr>
          <a:xfrm>
            <a:off x="3085240" y="4331816"/>
            <a:ext cx="702644" cy="693030"/>
          </a:xfrm>
          <a:prstGeom prst="downArrow">
            <a:avLst/>
          </a:prstGeom>
          <a:solidFill>
            <a:srgbClr val="4C4948"/>
          </a:solidFill>
          <a:ln>
            <a:solidFill>
              <a:srgbClr val="4C494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10" name="正方形/長方形 9">
            <a:extLst>
              <a:ext uri="{FF2B5EF4-FFF2-40B4-BE49-F238E27FC236}">
                <a16:creationId xmlns:a16="http://schemas.microsoft.com/office/drawing/2014/main" id="{4F6EC95F-F746-AFA0-EE95-23F9C46F0844}"/>
              </a:ext>
            </a:extLst>
          </p:cNvPr>
          <p:cNvSpPr/>
          <p:nvPr/>
        </p:nvSpPr>
        <p:spPr>
          <a:xfrm>
            <a:off x="2253800" y="5288864"/>
            <a:ext cx="2431411" cy="763146"/>
          </a:xfrm>
          <a:prstGeom prst="rect">
            <a:avLst/>
          </a:prstGeom>
          <a:solidFill>
            <a:srgbClr val="12B3C7"/>
          </a:solidFill>
          <a:ln w="38100">
            <a:solidFill>
              <a:srgbClr val="12B3C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2000" b="1" dirty="0"/>
              <a:t>学習モチベの向上</a:t>
            </a:r>
            <a:endParaRPr kumimoji="1" lang="ja-JP" altLang="en-US" sz="2000" b="1" dirty="0"/>
          </a:p>
        </p:txBody>
      </p:sp>
      <p:sp>
        <p:nvSpPr>
          <p:cNvPr id="11" name="矢印: 下 10">
            <a:extLst>
              <a:ext uri="{FF2B5EF4-FFF2-40B4-BE49-F238E27FC236}">
                <a16:creationId xmlns:a16="http://schemas.microsoft.com/office/drawing/2014/main" id="{27C1ABD2-BE4D-F201-74BE-A3E63DA0D24F}"/>
              </a:ext>
            </a:extLst>
          </p:cNvPr>
          <p:cNvSpPr/>
          <p:nvPr/>
        </p:nvSpPr>
        <p:spPr>
          <a:xfrm>
            <a:off x="8793709" y="4331816"/>
            <a:ext cx="702644" cy="693030"/>
          </a:xfrm>
          <a:prstGeom prst="downArrow">
            <a:avLst/>
          </a:prstGeom>
          <a:solidFill>
            <a:srgbClr val="4C4948"/>
          </a:solidFill>
          <a:ln>
            <a:solidFill>
              <a:srgbClr val="4C494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12" name="正方形/長方形 11">
            <a:extLst>
              <a:ext uri="{FF2B5EF4-FFF2-40B4-BE49-F238E27FC236}">
                <a16:creationId xmlns:a16="http://schemas.microsoft.com/office/drawing/2014/main" id="{31749A50-D9E0-8882-19BE-EC8943B6CF31}"/>
              </a:ext>
            </a:extLst>
          </p:cNvPr>
          <p:cNvSpPr/>
          <p:nvPr/>
        </p:nvSpPr>
        <p:spPr>
          <a:xfrm>
            <a:off x="6896557" y="5288864"/>
            <a:ext cx="4474145" cy="763146"/>
          </a:xfrm>
          <a:prstGeom prst="rect">
            <a:avLst/>
          </a:prstGeom>
          <a:solidFill>
            <a:srgbClr val="12B3C7"/>
          </a:solidFill>
          <a:ln w="38100">
            <a:solidFill>
              <a:srgbClr val="12B3C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2000" b="1" dirty="0"/>
              <a:t>設計の重要性・むずかしさを学ぶ</a:t>
            </a:r>
          </a:p>
        </p:txBody>
      </p:sp>
    </p:spTree>
    <p:extLst>
      <p:ext uri="{BB962C8B-B14F-4D97-AF65-F5344CB8AC3E}">
        <p14:creationId xmlns:p14="http://schemas.microsoft.com/office/powerpoint/2010/main" val="60354710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446099-B997-867F-C9ED-026F873682C3}"/>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D1A9A888-8395-1E6E-877D-7F49407C9756}"/>
              </a:ext>
            </a:extLst>
          </p:cNvPr>
          <p:cNvSpPr>
            <a:spLocks noGrp="1"/>
          </p:cNvSpPr>
          <p:nvPr>
            <p:ph type="title"/>
          </p:nvPr>
        </p:nvSpPr>
        <p:spPr/>
        <p:txBody>
          <a:bodyPr/>
          <a:lstStyle/>
          <a:p>
            <a:r>
              <a:rPr kumimoji="1" lang="ja-JP" altLang="en-US" sz="3200" b="1" dirty="0">
                <a:solidFill>
                  <a:srgbClr val="4C4948"/>
                </a:solidFill>
              </a:rPr>
              <a:t>脱</a:t>
            </a:r>
            <a:r>
              <a:rPr kumimoji="1" lang="en-US" altLang="ja-JP" sz="3200" b="1" dirty="0">
                <a:solidFill>
                  <a:srgbClr val="4C4948"/>
                </a:solidFill>
              </a:rPr>
              <a:t>RPG</a:t>
            </a:r>
            <a:endParaRPr kumimoji="1" lang="ja-JP" altLang="en-US" dirty="0"/>
          </a:p>
        </p:txBody>
      </p:sp>
      <p:sp>
        <p:nvSpPr>
          <p:cNvPr id="5" name="スライド番号プレースホルダー 4">
            <a:extLst>
              <a:ext uri="{FF2B5EF4-FFF2-40B4-BE49-F238E27FC236}">
                <a16:creationId xmlns:a16="http://schemas.microsoft.com/office/drawing/2014/main" id="{7DAA5E4F-F2FA-BD5C-FCE3-6DFBD6B93034}"/>
              </a:ext>
            </a:extLst>
          </p:cNvPr>
          <p:cNvSpPr>
            <a:spLocks noGrp="1"/>
          </p:cNvSpPr>
          <p:nvPr>
            <p:ph type="sldNum" sz="quarter" idx="12"/>
          </p:nvPr>
        </p:nvSpPr>
        <p:spPr/>
        <p:txBody>
          <a:bodyPr/>
          <a:lstStyle/>
          <a:p>
            <a:fld id="{A47ACDBF-E3C6-4DD5-8189-300D63B6E3FF}" type="slidenum">
              <a:rPr kumimoji="1" lang="ja-JP" altLang="en-US" smtClean="0"/>
              <a:t>18</a:t>
            </a:fld>
            <a:endParaRPr kumimoji="1" lang="ja-JP" altLang="en-US"/>
          </a:p>
        </p:txBody>
      </p:sp>
      <p:sp>
        <p:nvSpPr>
          <p:cNvPr id="6" name="テキスト ボックス 5">
            <a:extLst>
              <a:ext uri="{FF2B5EF4-FFF2-40B4-BE49-F238E27FC236}">
                <a16:creationId xmlns:a16="http://schemas.microsoft.com/office/drawing/2014/main" id="{42125684-291D-EC97-848D-8DBE79451C6E}"/>
              </a:ext>
            </a:extLst>
          </p:cNvPr>
          <p:cNvSpPr txBox="1"/>
          <p:nvPr/>
        </p:nvSpPr>
        <p:spPr>
          <a:xfrm>
            <a:off x="1142885" y="1779016"/>
            <a:ext cx="4587355" cy="461665"/>
          </a:xfrm>
          <a:prstGeom prst="rect">
            <a:avLst/>
          </a:prstGeom>
          <a:noFill/>
        </p:spPr>
        <p:txBody>
          <a:bodyPr wrap="square" rtlCol="0">
            <a:spAutoFit/>
          </a:bodyPr>
          <a:lstStyle/>
          <a:p>
            <a:pPr algn="ctr"/>
            <a:r>
              <a:rPr lang="ja-JP" altLang="en-US" sz="2400" b="1" dirty="0">
                <a:solidFill>
                  <a:srgbClr val="4C4948"/>
                </a:solidFill>
              </a:rPr>
              <a:t>環境</a:t>
            </a:r>
            <a:r>
              <a:rPr kumimoji="1" lang="ja-JP" altLang="en-US" sz="2400" b="1" dirty="0">
                <a:solidFill>
                  <a:srgbClr val="4C4948"/>
                </a:solidFill>
              </a:rPr>
              <a:t>に恵まれている</a:t>
            </a:r>
          </a:p>
        </p:txBody>
      </p:sp>
      <p:sp>
        <p:nvSpPr>
          <p:cNvPr id="7" name="正方形/長方形 6">
            <a:extLst>
              <a:ext uri="{FF2B5EF4-FFF2-40B4-BE49-F238E27FC236}">
                <a16:creationId xmlns:a16="http://schemas.microsoft.com/office/drawing/2014/main" id="{0A2AE55C-B663-1091-E6D3-790830FE75DD}"/>
              </a:ext>
            </a:extLst>
          </p:cNvPr>
          <p:cNvSpPr/>
          <p:nvPr/>
        </p:nvSpPr>
        <p:spPr>
          <a:xfrm>
            <a:off x="1256095" y="2639970"/>
            <a:ext cx="4474145" cy="1578059"/>
          </a:xfrm>
          <a:prstGeom prst="rect">
            <a:avLst/>
          </a:prstGeom>
          <a:solidFill>
            <a:schemeClr val="bg2"/>
          </a:solidFill>
          <a:ln w="381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buFont typeface="Arial" panose="020B0604020202020204" pitchFamily="34" charset="0"/>
              <a:buChar char="•"/>
            </a:pPr>
            <a:r>
              <a:rPr kumimoji="1" lang="ja-JP" altLang="en-US" b="1" dirty="0">
                <a:solidFill>
                  <a:srgbClr val="4C4948"/>
                </a:solidFill>
              </a:rPr>
              <a:t>技術に詳しいお客さん</a:t>
            </a:r>
            <a:endParaRPr lang="en-US" altLang="ja-JP" b="1" dirty="0">
              <a:solidFill>
                <a:srgbClr val="4C4948"/>
              </a:solidFill>
            </a:endParaRPr>
          </a:p>
          <a:p>
            <a:pPr marL="342900" indent="-342900">
              <a:buFont typeface="Arial" panose="020B0604020202020204" pitchFamily="34" charset="0"/>
              <a:buChar char="•"/>
            </a:pPr>
            <a:r>
              <a:rPr kumimoji="1" lang="ja-JP" altLang="en-US" b="1" dirty="0">
                <a:solidFill>
                  <a:srgbClr val="4C4948"/>
                </a:solidFill>
              </a:rPr>
              <a:t>学習環境の用意</a:t>
            </a:r>
            <a:endParaRPr lang="en-US" altLang="ja-JP" b="1" dirty="0">
              <a:solidFill>
                <a:srgbClr val="4C4948"/>
              </a:solidFill>
            </a:endParaRPr>
          </a:p>
          <a:p>
            <a:pPr marL="342900" indent="-342900">
              <a:buFont typeface="Arial" panose="020B0604020202020204" pitchFamily="34" charset="0"/>
              <a:buChar char="•"/>
            </a:pPr>
            <a:r>
              <a:rPr lang="en-US" altLang="ja-JP" b="1" dirty="0">
                <a:solidFill>
                  <a:srgbClr val="4C4948"/>
                </a:solidFill>
              </a:rPr>
              <a:t>PJ</a:t>
            </a:r>
            <a:r>
              <a:rPr lang="ja-JP" altLang="en-US" b="1" dirty="0">
                <a:solidFill>
                  <a:srgbClr val="4C4948"/>
                </a:solidFill>
              </a:rPr>
              <a:t>メンバーの案件成功へのモチベがすごく高い</a:t>
            </a:r>
            <a:endParaRPr kumimoji="1" lang="en-US" altLang="ja-JP" b="1" dirty="0">
              <a:solidFill>
                <a:srgbClr val="4C4948"/>
              </a:solidFill>
            </a:endParaRPr>
          </a:p>
          <a:p>
            <a:pPr marL="342900" indent="-342900">
              <a:buFont typeface="Arial" panose="020B0604020202020204" pitchFamily="34" charset="0"/>
              <a:buChar char="•"/>
            </a:pPr>
            <a:endParaRPr kumimoji="1" lang="en-US" altLang="ja-JP" sz="2000" b="1" dirty="0">
              <a:solidFill>
                <a:srgbClr val="4C4948"/>
              </a:solidFill>
            </a:endParaRPr>
          </a:p>
        </p:txBody>
      </p:sp>
      <p:sp>
        <p:nvSpPr>
          <p:cNvPr id="8" name="テキスト ボックス 7">
            <a:extLst>
              <a:ext uri="{FF2B5EF4-FFF2-40B4-BE49-F238E27FC236}">
                <a16:creationId xmlns:a16="http://schemas.microsoft.com/office/drawing/2014/main" id="{A8B3D8D0-3119-0E20-A8B6-0E8D34FD138D}"/>
              </a:ext>
            </a:extLst>
          </p:cNvPr>
          <p:cNvSpPr txBox="1"/>
          <p:nvPr/>
        </p:nvSpPr>
        <p:spPr>
          <a:xfrm>
            <a:off x="6766445" y="1779016"/>
            <a:ext cx="4587355" cy="830997"/>
          </a:xfrm>
          <a:prstGeom prst="rect">
            <a:avLst/>
          </a:prstGeom>
          <a:noFill/>
        </p:spPr>
        <p:txBody>
          <a:bodyPr wrap="square" rtlCol="0">
            <a:spAutoFit/>
          </a:bodyPr>
          <a:lstStyle/>
          <a:p>
            <a:pPr algn="ctr"/>
            <a:r>
              <a:rPr kumimoji="1" lang="ja-JP" altLang="en-US" sz="2400" b="1" dirty="0">
                <a:solidFill>
                  <a:srgbClr val="4C4948"/>
                </a:solidFill>
              </a:rPr>
              <a:t>未経験からインフラ構築ができた</a:t>
            </a:r>
          </a:p>
        </p:txBody>
      </p:sp>
      <p:sp>
        <p:nvSpPr>
          <p:cNvPr id="9" name="正方形/長方形 8">
            <a:extLst>
              <a:ext uri="{FF2B5EF4-FFF2-40B4-BE49-F238E27FC236}">
                <a16:creationId xmlns:a16="http://schemas.microsoft.com/office/drawing/2014/main" id="{E564B0C6-A530-5D4A-791E-C5A2C7BCE610}"/>
              </a:ext>
            </a:extLst>
          </p:cNvPr>
          <p:cNvSpPr/>
          <p:nvPr/>
        </p:nvSpPr>
        <p:spPr>
          <a:xfrm>
            <a:off x="6879655" y="2639970"/>
            <a:ext cx="4474145" cy="1578059"/>
          </a:xfrm>
          <a:prstGeom prst="rect">
            <a:avLst/>
          </a:prstGeom>
          <a:solidFill>
            <a:schemeClr val="bg2"/>
          </a:solidFill>
          <a:ln w="381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buFont typeface="Arial" panose="020B0604020202020204" pitchFamily="34" charset="0"/>
              <a:buChar char="•"/>
            </a:pPr>
            <a:r>
              <a:rPr kumimoji="1" lang="ja-JP" altLang="en-US" b="1" dirty="0">
                <a:solidFill>
                  <a:srgbClr val="4C4948"/>
                </a:solidFill>
              </a:rPr>
              <a:t>インフラ</a:t>
            </a:r>
            <a:r>
              <a:rPr kumimoji="1" lang="en-US" altLang="ja-JP" b="1" dirty="0">
                <a:solidFill>
                  <a:srgbClr val="4C4948"/>
                </a:solidFill>
              </a:rPr>
              <a:t>T</a:t>
            </a:r>
            <a:r>
              <a:rPr kumimoji="1" lang="ja-JP" altLang="en-US" b="1" dirty="0">
                <a:solidFill>
                  <a:srgbClr val="4C4948"/>
                </a:solidFill>
              </a:rPr>
              <a:t>がどんなことをやっているのか知れた</a:t>
            </a:r>
            <a:endParaRPr kumimoji="1" lang="en-US" altLang="ja-JP" b="1" dirty="0">
              <a:solidFill>
                <a:srgbClr val="4C4948"/>
              </a:solidFill>
            </a:endParaRPr>
          </a:p>
          <a:p>
            <a:pPr marL="342900" indent="-342900">
              <a:buFont typeface="Arial" panose="020B0604020202020204" pitchFamily="34" charset="0"/>
              <a:buChar char="•"/>
            </a:pPr>
            <a:r>
              <a:rPr lang="ja-JP" altLang="en-US" b="1" dirty="0">
                <a:solidFill>
                  <a:srgbClr val="4C4948"/>
                </a:solidFill>
              </a:rPr>
              <a:t>アプリ</a:t>
            </a:r>
            <a:r>
              <a:rPr lang="en-US" altLang="ja-JP" b="1" dirty="0">
                <a:solidFill>
                  <a:srgbClr val="4C4948"/>
                </a:solidFill>
              </a:rPr>
              <a:t>T</a:t>
            </a:r>
            <a:r>
              <a:rPr lang="ja-JP" altLang="en-US" b="1" dirty="0">
                <a:solidFill>
                  <a:srgbClr val="4C4948"/>
                </a:solidFill>
              </a:rPr>
              <a:t>とのコミュニケーションエラー</a:t>
            </a:r>
            <a:endParaRPr lang="en-US" altLang="ja-JP" b="1" dirty="0">
              <a:solidFill>
                <a:srgbClr val="4C4948"/>
              </a:solidFill>
            </a:endParaRPr>
          </a:p>
        </p:txBody>
      </p:sp>
      <p:sp>
        <p:nvSpPr>
          <p:cNvPr id="3" name="矢印: 下 2">
            <a:extLst>
              <a:ext uri="{FF2B5EF4-FFF2-40B4-BE49-F238E27FC236}">
                <a16:creationId xmlns:a16="http://schemas.microsoft.com/office/drawing/2014/main" id="{F39A1448-A4A7-BD26-3F2A-3B13442017E3}"/>
              </a:ext>
            </a:extLst>
          </p:cNvPr>
          <p:cNvSpPr/>
          <p:nvPr/>
        </p:nvSpPr>
        <p:spPr>
          <a:xfrm>
            <a:off x="3085240" y="4331816"/>
            <a:ext cx="702644" cy="693030"/>
          </a:xfrm>
          <a:prstGeom prst="downArrow">
            <a:avLst/>
          </a:prstGeom>
          <a:solidFill>
            <a:srgbClr val="4C4948"/>
          </a:solidFill>
          <a:ln>
            <a:solidFill>
              <a:srgbClr val="4C494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10" name="正方形/長方形 9">
            <a:extLst>
              <a:ext uri="{FF2B5EF4-FFF2-40B4-BE49-F238E27FC236}">
                <a16:creationId xmlns:a16="http://schemas.microsoft.com/office/drawing/2014/main" id="{18929E0A-06D9-BB20-17D6-2667AEB8528A}"/>
              </a:ext>
            </a:extLst>
          </p:cNvPr>
          <p:cNvSpPr/>
          <p:nvPr/>
        </p:nvSpPr>
        <p:spPr>
          <a:xfrm>
            <a:off x="1256095" y="5291625"/>
            <a:ext cx="4474145" cy="763146"/>
          </a:xfrm>
          <a:prstGeom prst="rect">
            <a:avLst/>
          </a:prstGeom>
          <a:solidFill>
            <a:srgbClr val="12B3C7"/>
          </a:solidFill>
          <a:ln w="38100">
            <a:solidFill>
              <a:srgbClr val="12B3C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buFont typeface="Arial" panose="020B0604020202020204" pitchFamily="34" charset="0"/>
              <a:buChar char="•"/>
            </a:pPr>
            <a:r>
              <a:rPr lang="ja-JP" altLang="en-US" sz="2000" b="1" dirty="0"/>
              <a:t>さらなる学習モチベの向上</a:t>
            </a:r>
            <a:endParaRPr lang="en-US" altLang="ja-JP" sz="2000" b="1" dirty="0"/>
          </a:p>
          <a:p>
            <a:pPr marL="342900" indent="-342900">
              <a:buFont typeface="Arial" panose="020B0604020202020204" pitchFamily="34" charset="0"/>
              <a:buChar char="•"/>
            </a:pPr>
            <a:r>
              <a:rPr lang="ja-JP" altLang="en-US" sz="2000" b="1" dirty="0"/>
              <a:t>成果へのこだわり</a:t>
            </a:r>
            <a:endParaRPr kumimoji="1" lang="ja-JP" altLang="en-US" sz="2000" b="1" dirty="0"/>
          </a:p>
        </p:txBody>
      </p:sp>
      <p:sp>
        <p:nvSpPr>
          <p:cNvPr id="11" name="矢印: 下 10">
            <a:extLst>
              <a:ext uri="{FF2B5EF4-FFF2-40B4-BE49-F238E27FC236}">
                <a16:creationId xmlns:a16="http://schemas.microsoft.com/office/drawing/2014/main" id="{68C6684B-1AE6-5990-6270-E3DE9EFAAB8A}"/>
              </a:ext>
            </a:extLst>
          </p:cNvPr>
          <p:cNvSpPr/>
          <p:nvPr/>
        </p:nvSpPr>
        <p:spPr>
          <a:xfrm>
            <a:off x="8793709" y="4331816"/>
            <a:ext cx="702644" cy="693030"/>
          </a:xfrm>
          <a:prstGeom prst="downArrow">
            <a:avLst/>
          </a:prstGeom>
          <a:solidFill>
            <a:srgbClr val="4C4948"/>
          </a:solidFill>
          <a:ln>
            <a:solidFill>
              <a:srgbClr val="4C494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12" name="正方形/長方形 11">
            <a:extLst>
              <a:ext uri="{FF2B5EF4-FFF2-40B4-BE49-F238E27FC236}">
                <a16:creationId xmlns:a16="http://schemas.microsoft.com/office/drawing/2014/main" id="{5163ADA8-3FA2-6F79-0D89-EDB62CC87F0F}"/>
              </a:ext>
            </a:extLst>
          </p:cNvPr>
          <p:cNvSpPr/>
          <p:nvPr/>
        </p:nvSpPr>
        <p:spPr>
          <a:xfrm>
            <a:off x="6778417" y="5276969"/>
            <a:ext cx="4676619" cy="1067486"/>
          </a:xfrm>
          <a:prstGeom prst="rect">
            <a:avLst/>
          </a:prstGeom>
          <a:solidFill>
            <a:srgbClr val="12B3C7"/>
          </a:solidFill>
          <a:ln w="38100">
            <a:solidFill>
              <a:srgbClr val="12B3C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buFont typeface="Arial" panose="020B0604020202020204" pitchFamily="34" charset="0"/>
              <a:buChar char="•"/>
            </a:pPr>
            <a:r>
              <a:rPr lang="ja-JP" altLang="en-US" sz="2000" b="1" dirty="0"/>
              <a:t>システム全体の理解</a:t>
            </a:r>
            <a:endParaRPr lang="en-US" altLang="ja-JP" sz="2000" b="1" dirty="0"/>
          </a:p>
          <a:p>
            <a:pPr marL="342900" indent="-342900">
              <a:buFont typeface="Arial" panose="020B0604020202020204" pitchFamily="34" charset="0"/>
              <a:buChar char="•"/>
            </a:pPr>
            <a:r>
              <a:rPr kumimoji="1" lang="ja-JP" altLang="en-US" sz="2000" b="1" dirty="0"/>
              <a:t>アプリ・インフラ相互の付き合い方</a:t>
            </a:r>
            <a:endParaRPr kumimoji="1" lang="en-US" altLang="ja-JP" sz="2000" b="1" dirty="0"/>
          </a:p>
        </p:txBody>
      </p:sp>
    </p:spTree>
    <p:extLst>
      <p:ext uri="{BB962C8B-B14F-4D97-AF65-F5344CB8AC3E}">
        <p14:creationId xmlns:p14="http://schemas.microsoft.com/office/powerpoint/2010/main" val="218383536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638829-A07D-FE36-0089-17AC5C75A25F}"/>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162E4E97-560C-B6AE-6C7F-FC613A1BBA85}"/>
              </a:ext>
            </a:extLst>
          </p:cNvPr>
          <p:cNvSpPr>
            <a:spLocks noGrp="1"/>
          </p:cNvSpPr>
          <p:nvPr>
            <p:ph type="title"/>
          </p:nvPr>
        </p:nvSpPr>
        <p:spPr/>
        <p:txBody>
          <a:bodyPr/>
          <a:lstStyle/>
          <a:p>
            <a:r>
              <a:rPr kumimoji="1" lang="ja-JP" altLang="en-US" dirty="0"/>
              <a:t>意識の変化</a:t>
            </a:r>
          </a:p>
        </p:txBody>
      </p:sp>
      <p:sp>
        <p:nvSpPr>
          <p:cNvPr id="5" name="スライド番号プレースホルダー 4">
            <a:extLst>
              <a:ext uri="{FF2B5EF4-FFF2-40B4-BE49-F238E27FC236}">
                <a16:creationId xmlns:a16="http://schemas.microsoft.com/office/drawing/2014/main" id="{86BB0EBD-6E67-B89D-DFF4-BD9B8E1D0E07}"/>
              </a:ext>
            </a:extLst>
          </p:cNvPr>
          <p:cNvSpPr>
            <a:spLocks noGrp="1"/>
          </p:cNvSpPr>
          <p:nvPr>
            <p:ph type="sldNum" sz="quarter" idx="12"/>
          </p:nvPr>
        </p:nvSpPr>
        <p:spPr/>
        <p:txBody>
          <a:bodyPr/>
          <a:lstStyle/>
          <a:p>
            <a:fld id="{A47ACDBF-E3C6-4DD5-8189-300D63B6E3FF}" type="slidenum">
              <a:rPr kumimoji="1" lang="ja-JP" altLang="en-US" smtClean="0"/>
              <a:t>19</a:t>
            </a:fld>
            <a:endParaRPr kumimoji="1" lang="ja-JP" altLang="en-US"/>
          </a:p>
        </p:txBody>
      </p:sp>
      <p:sp>
        <p:nvSpPr>
          <p:cNvPr id="6" name="テキスト ボックス 5">
            <a:extLst>
              <a:ext uri="{FF2B5EF4-FFF2-40B4-BE49-F238E27FC236}">
                <a16:creationId xmlns:a16="http://schemas.microsoft.com/office/drawing/2014/main" id="{76462E3F-7F7A-BEEE-342E-A21FE2553540}"/>
              </a:ext>
            </a:extLst>
          </p:cNvPr>
          <p:cNvSpPr txBox="1"/>
          <p:nvPr/>
        </p:nvSpPr>
        <p:spPr>
          <a:xfrm>
            <a:off x="1913766" y="1525455"/>
            <a:ext cx="8364467" cy="1200329"/>
          </a:xfrm>
          <a:prstGeom prst="rect">
            <a:avLst/>
          </a:prstGeom>
          <a:noFill/>
        </p:spPr>
        <p:txBody>
          <a:bodyPr wrap="square" rtlCol="0">
            <a:spAutoFit/>
          </a:bodyPr>
          <a:lstStyle/>
          <a:p>
            <a:pPr algn="ctr"/>
            <a:br>
              <a:rPr kumimoji="1" lang="en-US" altLang="ja-JP" sz="2400" b="1" dirty="0">
                <a:solidFill>
                  <a:srgbClr val="4C4948"/>
                </a:solidFill>
              </a:rPr>
            </a:br>
            <a:r>
              <a:rPr kumimoji="1" lang="ja-JP" altLang="en-US" sz="2400" b="1" dirty="0">
                <a:solidFill>
                  <a:srgbClr val="4C4948"/>
                </a:solidFill>
              </a:rPr>
              <a:t>実案件で成功体験を得る</a:t>
            </a:r>
            <a:br>
              <a:rPr kumimoji="1" lang="en-US" altLang="ja-JP" sz="2400" b="1" dirty="0">
                <a:solidFill>
                  <a:srgbClr val="4C4948"/>
                </a:solidFill>
              </a:rPr>
            </a:br>
            <a:endParaRPr kumimoji="1" lang="ja-JP" altLang="en-US" sz="2400" b="1" dirty="0">
              <a:solidFill>
                <a:srgbClr val="4C4948"/>
              </a:solidFill>
            </a:endParaRPr>
          </a:p>
        </p:txBody>
      </p:sp>
      <p:sp>
        <p:nvSpPr>
          <p:cNvPr id="3" name="正方形/長方形 2">
            <a:extLst>
              <a:ext uri="{FF2B5EF4-FFF2-40B4-BE49-F238E27FC236}">
                <a16:creationId xmlns:a16="http://schemas.microsoft.com/office/drawing/2014/main" id="{687AB177-81B8-5178-0AB0-95F37B7130B2}"/>
              </a:ext>
            </a:extLst>
          </p:cNvPr>
          <p:cNvSpPr/>
          <p:nvPr/>
        </p:nvSpPr>
        <p:spPr>
          <a:xfrm>
            <a:off x="2055165" y="2725784"/>
            <a:ext cx="8081670" cy="1406433"/>
          </a:xfrm>
          <a:prstGeom prst="rect">
            <a:avLst/>
          </a:prstGeom>
          <a:solidFill>
            <a:schemeClr val="bg2"/>
          </a:solidFill>
          <a:ln w="381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342900" indent="-342900">
              <a:buFont typeface="Arial" panose="020B0604020202020204" pitchFamily="34" charset="0"/>
              <a:buChar char="•"/>
            </a:pPr>
            <a:r>
              <a:rPr kumimoji="1" lang="ja-JP" altLang="en-US" sz="2000" b="1" dirty="0">
                <a:solidFill>
                  <a:srgbClr val="4C4948"/>
                </a:solidFill>
              </a:rPr>
              <a:t>協業先やお客さんから自分のアウトプットに対して高い評価をもらう</a:t>
            </a:r>
            <a:endParaRPr kumimoji="1" lang="en-US" altLang="ja-JP" sz="2000" b="1" dirty="0">
              <a:solidFill>
                <a:srgbClr val="4C4948"/>
              </a:solidFill>
            </a:endParaRPr>
          </a:p>
          <a:p>
            <a:pPr marL="342900" indent="-342900">
              <a:buFont typeface="Arial" panose="020B0604020202020204" pitchFamily="34" charset="0"/>
              <a:buChar char="•"/>
            </a:pPr>
            <a:r>
              <a:rPr lang="ja-JP" altLang="en-US" sz="2000" b="1" dirty="0">
                <a:solidFill>
                  <a:srgbClr val="4C4948"/>
                </a:solidFill>
              </a:rPr>
              <a:t>システムの一部を予定通りリリースすることができた</a:t>
            </a:r>
            <a:endParaRPr lang="en-US" altLang="ja-JP" sz="2000" b="1" dirty="0">
              <a:solidFill>
                <a:srgbClr val="4C4948"/>
              </a:solidFill>
            </a:endParaRPr>
          </a:p>
          <a:p>
            <a:pPr marL="342900" indent="-342900">
              <a:buFont typeface="Arial" panose="020B0604020202020204" pitchFamily="34" charset="0"/>
              <a:buChar char="•"/>
            </a:pPr>
            <a:r>
              <a:rPr kumimoji="1" lang="ja-JP" altLang="en-US" sz="2000" b="1" dirty="0">
                <a:solidFill>
                  <a:srgbClr val="4C4948"/>
                </a:solidFill>
              </a:rPr>
              <a:t>相川さんが一番詳しいからと、質問をしてもらえる</a:t>
            </a:r>
            <a:endParaRPr kumimoji="1" lang="en-US" altLang="ja-JP" sz="2000" b="1" dirty="0">
              <a:solidFill>
                <a:srgbClr val="4C4948"/>
              </a:solidFill>
            </a:endParaRPr>
          </a:p>
        </p:txBody>
      </p:sp>
      <p:sp>
        <p:nvSpPr>
          <p:cNvPr id="4" name="矢印: 下 3">
            <a:extLst>
              <a:ext uri="{FF2B5EF4-FFF2-40B4-BE49-F238E27FC236}">
                <a16:creationId xmlns:a16="http://schemas.microsoft.com/office/drawing/2014/main" id="{6077103B-03FC-EE9B-D3D3-ACA66D0B95B7}"/>
              </a:ext>
            </a:extLst>
          </p:cNvPr>
          <p:cNvSpPr/>
          <p:nvPr/>
        </p:nvSpPr>
        <p:spPr>
          <a:xfrm>
            <a:off x="5744678" y="4335185"/>
            <a:ext cx="702644" cy="506781"/>
          </a:xfrm>
          <a:prstGeom prst="downArrow">
            <a:avLst/>
          </a:prstGeom>
          <a:solidFill>
            <a:srgbClr val="4C4948"/>
          </a:solidFill>
          <a:ln>
            <a:solidFill>
              <a:srgbClr val="4C494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7" name="テキスト ボックス 6">
            <a:extLst>
              <a:ext uri="{FF2B5EF4-FFF2-40B4-BE49-F238E27FC236}">
                <a16:creationId xmlns:a16="http://schemas.microsoft.com/office/drawing/2014/main" id="{4AD3AAE4-8756-C681-62F9-429FE5E3E150}"/>
              </a:ext>
            </a:extLst>
          </p:cNvPr>
          <p:cNvSpPr txBox="1"/>
          <p:nvPr/>
        </p:nvSpPr>
        <p:spPr>
          <a:xfrm>
            <a:off x="1913765" y="5167313"/>
            <a:ext cx="8364467" cy="830997"/>
          </a:xfrm>
          <a:prstGeom prst="rect">
            <a:avLst/>
          </a:prstGeom>
          <a:noFill/>
        </p:spPr>
        <p:txBody>
          <a:bodyPr wrap="square" rtlCol="0">
            <a:spAutoFit/>
          </a:bodyPr>
          <a:lstStyle/>
          <a:p>
            <a:pPr algn="ctr"/>
            <a:r>
              <a:rPr lang="ja-JP" altLang="en-US" sz="2400" b="1" dirty="0">
                <a:solidFill>
                  <a:srgbClr val="4C4948"/>
                </a:solidFill>
              </a:rPr>
              <a:t>自信を持てるようになった</a:t>
            </a:r>
            <a:br>
              <a:rPr kumimoji="1" lang="en-US" altLang="ja-JP" sz="2400" b="1" dirty="0">
                <a:solidFill>
                  <a:srgbClr val="4C4948"/>
                </a:solidFill>
              </a:rPr>
            </a:br>
            <a:r>
              <a:rPr lang="ja-JP" altLang="en-US" sz="2400" b="1" dirty="0">
                <a:solidFill>
                  <a:srgbClr val="4C4948"/>
                </a:solidFill>
              </a:rPr>
              <a:t>全く</a:t>
            </a:r>
            <a:r>
              <a:rPr kumimoji="1" lang="ja-JP" altLang="en-US" sz="2400" b="1" dirty="0">
                <a:solidFill>
                  <a:srgbClr val="4C4948"/>
                </a:solidFill>
              </a:rPr>
              <a:t>仕事ができないわけではないかも</a:t>
            </a:r>
          </a:p>
        </p:txBody>
      </p:sp>
    </p:spTree>
    <p:extLst>
      <p:ext uri="{BB962C8B-B14F-4D97-AF65-F5344CB8AC3E}">
        <p14:creationId xmlns:p14="http://schemas.microsoft.com/office/powerpoint/2010/main" val="25281020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066713-FEF2-82CB-4B30-849BB10FDD2F}"/>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6D68A193-C532-4BDA-9AD8-F2D6C8968870}"/>
              </a:ext>
            </a:extLst>
          </p:cNvPr>
          <p:cNvSpPr>
            <a:spLocks noGrp="1"/>
          </p:cNvSpPr>
          <p:nvPr>
            <p:ph type="title"/>
          </p:nvPr>
        </p:nvSpPr>
        <p:spPr/>
        <p:txBody>
          <a:bodyPr/>
          <a:lstStyle/>
          <a:p>
            <a:r>
              <a:rPr kumimoji="1" lang="ja-JP" altLang="en-US" dirty="0"/>
              <a:t>意識の変化</a:t>
            </a:r>
          </a:p>
        </p:txBody>
      </p:sp>
      <p:sp>
        <p:nvSpPr>
          <p:cNvPr id="5" name="スライド番号プレースホルダー 4">
            <a:extLst>
              <a:ext uri="{FF2B5EF4-FFF2-40B4-BE49-F238E27FC236}">
                <a16:creationId xmlns:a16="http://schemas.microsoft.com/office/drawing/2014/main" id="{93FEF886-7513-A2CB-F97C-C770DBD6CC36}"/>
              </a:ext>
            </a:extLst>
          </p:cNvPr>
          <p:cNvSpPr>
            <a:spLocks noGrp="1"/>
          </p:cNvSpPr>
          <p:nvPr>
            <p:ph type="sldNum" sz="quarter" idx="12"/>
          </p:nvPr>
        </p:nvSpPr>
        <p:spPr/>
        <p:txBody>
          <a:bodyPr/>
          <a:lstStyle/>
          <a:p>
            <a:fld id="{A47ACDBF-E3C6-4DD5-8189-300D63B6E3FF}" type="slidenum">
              <a:rPr kumimoji="1" lang="ja-JP" altLang="en-US" smtClean="0"/>
              <a:t>20</a:t>
            </a:fld>
            <a:endParaRPr kumimoji="1" lang="ja-JP" altLang="en-US"/>
          </a:p>
        </p:txBody>
      </p:sp>
      <p:sp>
        <p:nvSpPr>
          <p:cNvPr id="6" name="テキスト ボックス 5">
            <a:extLst>
              <a:ext uri="{FF2B5EF4-FFF2-40B4-BE49-F238E27FC236}">
                <a16:creationId xmlns:a16="http://schemas.microsoft.com/office/drawing/2014/main" id="{65B0D87C-4596-D1D3-09DA-AD11759A126E}"/>
              </a:ext>
            </a:extLst>
          </p:cNvPr>
          <p:cNvSpPr txBox="1"/>
          <p:nvPr/>
        </p:nvSpPr>
        <p:spPr>
          <a:xfrm>
            <a:off x="1913766" y="3005912"/>
            <a:ext cx="8364467" cy="1200329"/>
          </a:xfrm>
          <a:prstGeom prst="rect">
            <a:avLst/>
          </a:prstGeom>
          <a:noFill/>
        </p:spPr>
        <p:txBody>
          <a:bodyPr wrap="square" rtlCol="0">
            <a:spAutoFit/>
          </a:bodyPr>
          <a:lstStyle/>
          <a:p>
            <a:pPr algn="ctr"/>
            <a:br>
              <a:rPr kumimoji="1" lang="en-US" altLang="ja-JP" sz="2400" b="1" dirty="0">
                <a:solidFill>
                  <a:srgbClr val="4C4948"/>
                </a:solidFill>
                <a:effectLst>
                  <a:outerShdw blurRad="38100" dist="38100" dir="2700000" algn="tl">
                    <a:srgbClr val="000000">
                      <a:alpha val="43137"/>
                    </a:srgbClr>
                  </a:outerShdw>
                </a:effectLst>
              </a:rPr>
            </a:br>
            <a:r>
              <a:rPr kumimoji="1" lang="ja-JP" altLang="en-US" sz="2400" b="1" dirty="0">
                <a:solidFill>
                  <a:srgbClr val="FF0000"/>
                </a:solidFill>
                <a:effectLst>
                  <a:outerShdw blurRad="38100" dist="38100" dir="2700000" algn="tl">
                    <a:srgbClr val="000000">
                      <a:alpha val="43137"/>
                    </a:srgbClr>
                  </a:outerShdw>
                </a:effectLst>
              </a:rPr>
              <a:t>もっと詳しくなりたい、あの人みたいになりたい</a:t>
            </a:r>
            <a:br>
              <a:rPr kumimoji="1" lang="en-US" altLang="ja-JP" sz="2400" b="1" dirty="0">
                <a:solidFill>
                  <a:srgbClr val="4C4948"/>
                </a:solidFill>
                <a:effectLst>
                  <a:outerShdw blurRad="38100" dist="38100" dir="2700000" algn="tl">
                    <a:srgbClr val="000000">
                      <a:alpha val="43137"/>
                    </a:srgbClr>
                  </a:outerShdw>
                </a:effectLst>
              </a:rPr>
            </a:br>
            <a:endParaRPr kumimoji="1" lang="ja-JP" altLang="en-US" sz="2400" b="1" dirty="0">
              <a:solidFill>
                <a:srgbClr val="4C4948"/>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42650341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正方形/長方形 10">
            <a:extLst>
              <a:ext uri="{FF2B5EF4-FFF2-40B4-BE49-F238E27FC236}">
                <a16:creationId xmlns:a16="http://schemas.microsoft.com/office/drawing/2014/main" id="{8700903B-2D06-EFFE-031D-F35C42C2601F}"/>
              </a:ext>
            </a:extLst>
          </p:cNvPr>
          <p:cNvSpPr/>
          <p:nvPr/>
        </p:nvSpPr>
        <p:spPr>
          <a:xfrm>
            <a:off x="-1" y="0"/>
            <a:ext cx="12192001" cy="6858000"/>
          </a:xfrm>
          <a:prstGeom prst="rect">
            <a:avLst/>
          </a:prstGeom>
          <a:solidFill>
            <a:srgbClr val="12B3C7"/>
          </a:solidFill>
          <a:ln w="38100">
            <a:solidFill>
              <a:srgbClr val="12B3C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2000" b="1" dirty="0"/>
          </a:p>
        </p:txBody>
      </p:sp>
      <p:sp>
        <p:nvSpPr>
          <p:cNvPr id="2" name="テキスト ボックス 1">
            <a:extLst>
              <a:ext uri="{FF2B5EF4-FFF2-40B4-BE49-F238E27FC236}">
                <a16:creationId xmlns:a16="http://schemas.microsoft.com/office/drawing/2014/main" id="{FBDF3CA7-9051-F556-64F3-547749D5157A}"/>
              </a:ext>
            </a:extLst>
          </p:cNvPr>
          <p:cNvSpPr txBox="1"/>
          <p:nvPr/>
        </p:nvSpPr>
        <p:spPr>
          <a:xfrm>
            <a:off x="-1" y="56906"/>
            <a:ext cx="3126608" cy="2646878"/>
          </a:xfrm>
          <a:prstGeom prst="rect">
            <a:avLst/>
          </a:prstGeom>
          <a:noFill/>
        </p:spPr>
        <p:txBody>
          <a:bodyPr wrap="square" rtlCol="0">
            <a:spAutoFit/>
          </a:bodyPr>
          <a:lstStyle/>
          <a:p>
            <a:pPr algn="ctr"/>
            <a:r>
              <a:rPr kumimoji="1" lang="en-US" altLang="ja-JP" sz="16600" b="1" dirty="0">
                <a:solidFill>
                  <a:srgbClr val="0F93A5"/>
                </a:solidFill>
              </a:rPr>
              <a:t>05</a:t>
            </a:r>
            <a:endParaRPr kumimoji="1" lang="ja-JP" altLang="en-US" sz="16600" b="1" dirty="0">
              <a:solidFill>
                <a:srgbClr val="0F93A5"/>
              </a:solidFill>
            </a:endParaRPr>
          </a:p>
        </p:txBody>
      </p:sp>
      <p:sp>
        <p:nvSpPr>
          <p:cNvPr id="10" name="テキスト ボックス 9">
            <a:extLst>
              <a:ext uri="{FF2B5EF4-FFF2-40B4-BE49-F238E27FC236}">
                <a16:creationId xmlns:a16="http://schemas.microsoft.com/office/drawing/2014/main" id="{DD4FF5DF-A2F4-1767-F3DE-F14916745A68}"/>
              </a:ext>
            </a:extLst>
          </p:cNvPr>
          <p:cNvSpPr txBox="1"/>
          <p:nvPr/>
        </p:nvSpPr>
        <p:spPr>
          <a:xfrm>
            <a:off x="1276287" y="2262478"/>
            <a:ext cx="5215953" cy="1107996"/>
          </a:xfrm>
          <a:prstGeom prst="rect">
            <a:avLst/>
          </a:prstGeom>
          <a:noFill/>
        </p:spPr>
        <p:txBody>
          <a:bodyPr wrap="square" rtlCol="0">
            <a:spAutoFit/>
          </a:bodyPr>
          <a:lstStyle/>
          <a:p>
            <a:pPr algn="ctr"/>
            <a:r>
              <a:rPr kumimoji="1" lang="ja-JP" altLang="en-US" sz="6600" b="1" dirty="0">
                <a:solidFill>
                  <a:schemeClr val="bg1"/>
                </a:solidFill>
              </a:rPr>
              <a:t>今後の目標</a:t>
            </a:r>
          </a:p>
        </p:txBody>
      </p:sp>
      <p:sp>
        <p:nvSpPr>
          <p:cNvPr id="3" name="テキスト ボックス 2">
            <a:extLst>
              <a:ext uri="{FF2B5EF4-FFF2-40B4-BE49-F238E27FC236}">
                <a16:creationId xmlns:a16="http://schemas.microsoft.com/office/drawing/2014/main" id="{660A36E4-8632-17CB-5B58-090B30EDE5D6}"/>
              </a:ext>
            </a:extLst>
          </p:cNvPr>
          <p:cNvSpPr txBox="1"/>
          <p:nvPr/>
        </p:nvSpPr>
        <p:spPr>
          <a:xfrm>
            <a:off x="8006187" y="3429000"/>
            <a:ext cx="1555281" cy="461665"/>
          </a:xfrm>
          <a:prstGeom prst="rect">
            <a:avLst/>
          </a:prstGeom>
          <a:noFill/>
        </p:spPr>
        <p:txBody>
          <a:bodyPr wrap="square" rtlCol="0">
            <a:spAutoFit/>
          </a:bodyPr>
          <a:lstStyle/>
          <a:p>
            <a:r>
              <a:rPr kumimoji="1" lang="ja-JP" altLang="en-US" sz="2400" b="1" dirty="0">
                <a:solidFill>
                  <a:srgbClr val="0F93A5"/>
                </a:solidFill>
              </a:rPr>
              <a:t>自己紹介</a:t>
            </a:r>
          </a:p>
        </p:txBody>
      </p:sp>
      <p:sp>
        <p:nvSpPr>
          <p:cNvPr id="4" name="テキスト ボックス 3">
            <a:extLst>
              <a:ext uri="{FF2B5EF4-FFF2-40B4-BE49-F238E27FC236}">
                <a16:creationId xmlns:a16="http://schemas.microsoft.com/office/drawing/2014/main" id="{0F86BECA-70C0-EF82-AD01-85BCFB71EB2E}"/>
              </a:ext>
            </a:extLst>
          </p:cNvPr>
          <p:cNvSpPr txBox="1"/>
          <p:nvPr/>
        </p:nvSpPr>
        <p:spPr>
          <a:xfrm>
            <a:off x="8006187" y="4066097"/>
            <a:ext cx="2279146" cy="461665"/>
          </a:xfrm>
          <a:prstGeom prst="rect">
            <a:avLst/>
          </a:prstGeom>
          <a:noFill/>
        </p:spPr>
        <p:txBody>
          <a:bodyPr wrap="square" rtlCol="0">
            <a:spAutoFit/>
          </a:bodyPr>
          <a:lstStyle/>
          <a:p>
            <a:r>
              <a:rPr lang="ja-JP" altLang="en-US" sz="2400" b="1" dirty="0">
                <a:solidFill>
                  <a:srgbClr val="0F93A5"/>
                </a:solidFill>
              </a:rPr>
              <a:t>組織紹介</a:t>
            </a:r>
            <a:endParaRPr kumimoji="1" lang="ja-JP" altLang="en-US" sz="2400" b="1" dirty="0">
              <a:solidFill>
                <a:srgbClr val="0F93A5"/>
              </a:solidFill>
            </a:endParaRPr>
          </a:p>
        </p:txBody>
      </p:sp>
      <p:sp>
        <p:nvSpPr>
          <p:cNvPr id="6" name="テキスト ボックス 5">
            <a:extLst>
              <a:ext uri="{FF2B5EF4-FFF2-40B4-BE49-F238E27FC236}">
                <a16:creationId xmlns:a16="http://schemas.microsoft.com/office/drawing/2014/main" id="{CCA35EC9-B339-3699-5BFD-0754CD411416}"/>
              </a:ext>
            </a:extLst>
          </p:cNvPr>
          <p:cNvSpPr txBox="1"/>
          <p:nvPr/>
        </p:nvSpPr>
        <p:spPr>
          <a:xfrm>
            <a:off x="8006188" y="4703194"/>
            <a:ext cx="2733666" cy="461665"/>
          </a:xfrm>
          <a:prstGeom prst="rect">
            <a:avLst/>
          </a:prstGeom>
          <a:noFill/>
        </p:spPr>
        <p:txBody>
          <a:bodyPr wrap="square" rtlCol="0">
            <a:spAutoFit/>
          </a:bodyPr>
          <a:lstStyle/>
          <a:p>
            <a:r>
              <a:rPr kumimoji="1" lang="ja-JP" altLang="en-US" sz="2400" b="1" dirty="0">
                <a:solidFill>
                  <a:srgbClr val="0F93A5"/>
                </a:solidFill>
              </a:rPr>
              <a:t>プロジェクト紹介</a:t>
            </a:r>
          </a:p>
        </p:txBody>
      </p:sp>
      <p:sp>
        <p:nvSpPr>
          <p:cNvPr id="8" name="テキスト ボックス 7">
            <a:extLst>
              <a:ext uri="{FF2B5EF4-FFF2-40B4-BE49-F238E27FC236}">
                <a16:creationId xmlns:a16="http://schemas.microsoft.com/office/drawing/2014/main" id="{FC99E5CC-F416-1136-4472-F1E5986685FD}"/>
              </a:ext>
            </a:extLst>
          </p:cNvPr>
          <p:cNvSpPr txBox="1"/>
          <p:nvPr/>
        </p:nvSpPr>
        <p:spPr>
          <a:xfrm>
            <a:off x="8006187" y="5340291"/>
            <a:ext cx="2554103" cy="461665"/>
          </a:xfrm>
          <a:prstGeom prst="rect">
            <a:avLst/>
          </a:prstGeom>
          <a:noFill/>
        </p:spPr>
        <p:txBody>
          <a:bodyPr wrap="square" rtlCol="0">
            <a:spAutoFit/>
          </a:bodyPr>
          <a:lstStyle/>
          <a:p>
            <a:r>
              <a:rPr lang="en-US" altLang="ja-JP" sz="2400" b="1" dirty="0">
                <a:solidFill>
                  <a:srgbClr val="0F93A5"/>
                </a:solidFill>
              </a:rPr>
              <a:t>1</a:t>
            </a:r>
            <a:r>
              <a:rPr lang="ja-JP" altLang="en-US" sz="2400" b="1" dirty="0">
                <a:solidFill>
                  <a:srgbClr val="0F93A5"/>
                </a:solidFill>
              </a:rPr>
              <a:t>年間の振り返り</a:t>
            </a:r>
            <a:endParaRPr kumimoji="1" lang="en-US" altLang="ja-JP" sz="2400" b="1" dirty="0">
              <a:solidFill>
                <a:srgbClr val="0F93A5"/>
              </a:solidFill>
            </a:endParaRPr>
          </a:p>
        </p:txBody>
      </p:sp>
      <p:sp>
        <p:nvSpPr>
          <p:cNvPr id="9" name="テキスト ボックス 8">
            <a:extLst>
              <a:ext uri="{FF2B5EF4-FFF2-40B4-BE49-F238E27FC236}">
                <a16:creationId xmlns:a16="http://schemas.microsoft.com/office/drawing/2014/main" id="{1408573B-7FBC-03AB-9DD7-7BDD90A42EE0}"/>
              </a:ext>
            </a:extLst>
          </p:cNvPr>
          <p:cNvSpPr txBox="1"/>
          <p:nvPr/>
        </p:nvSpPr>
        <p:spPr>
          <a:xfrm>
            <a:off x="8006187" y="5977388"/>
            <a:ext cx="2374539" cy="461665"/>
          </a:xfrm>
          <a:prstGeom prst="rect">
            <a:avLst/>
          </a:prstGeom>
          <a:noFill/>
        </p:spPr>
        <p:txBody>
          <a:bodyPr wrap="square" rtlCol="0">
            <a:spAutoFit/>
          </a:bodyPr>
          <a:lstStyle/>
          <a:p>
            <a:r>
              <a:rPr kumimoji="1" lang="ja-JP" altLang="en-US" sz="2400" b="1" dirty="0">
                <a:solidFill>
                  <a:schemeClr val="bg1"/>
                </a:solidFill>
              </a:rPr>
              <a:t>今後の目標</a:t>
            </a:r>
          </a:p>
        </p:txBody>
      </p:sp>
      <p:sp>
        <p:nvSpPr>
          <p:cNvPr id="12" name="楕円 11">
            <a:extLst>
              <a:ext uri="{FF2B5EF4-FFF2-40B4-BE49-F238E27FC236}">
                <a16:creationId xmlns:a16="http://schemas.microsoft.com/office/drawing/2014/main" id="{A9CA5EAC-6406-3F96-1112-3630118D0F07}"/>
              </a:ext>
            </a:extLst>
          </p:cNvPr>
          <p:cNvSpPr/>
          <p:nvPr/>
        </p:nvSpPr>
        <p:spPr>
          <a:xfrm>
            <a:off x="7291521" y="3370474"/>
            <a:ext cx="468429" cy="468429"/>
          </a:xfrm>
          <a:prstGeom prst="ellipse">
            <a:avLst/>
          </a:prstGeom>
          <a:solidFill>
            <a:srgbClr val="0F93A5"/>
          </a:solidFill>
          <a:ln>
            <a:solidFill>
              <a:srgbClr val="12B3C7"/>
            </a:solidFill>
          </a:ln>
        </p:spPr>
        <p:style>
          <a:lnRef idx="2">
            <a:schemeClr val="accent1">
              <a:shade val="50000"/>
            </a:schemeClr>
          </a:lnRef>
          <a:fillRef idx="1">
            <a:schemeClr val="accent1"/>
          </a:fillRef>
          <a:effectRef idx="0">
            <a:schemeClr val="accent1"/>
          </a:effectRef>
          <a:fontRef idx="minor">
            <a:schemeClr val="lt1"/>
          </a:fontRef>
        </p:style>
        <p:txBody>
          <a:bodyPr wrap="none" lIns="108000" tIns="108000" rtlCol="0" anchor="ctr"/>
          <a:lstStyle/>
          <a:p>
            <a:pPr algn="ctr"/>
            <a:r>
              <a:rPr kumimoji="1" lang="en-US" altLang="ja-JP" sz="2000" b="1" dirty="0">
                <a:solidFill>
                  <a:srgbClr val="12B3C7"/>
                </a:solidFill>
              </a:rPr>
              <a:t>01</a:t>
            </a:r>
            <a:endParaRPr kumimoji="1" lang="ja-JP" altLang="en-US" sz="2000" b="1" dirty="0">
              <a:solidFill>
                <a:srgbClr val="12B3C7"/>
              </a:solidFill>
            </a:endParaRPr>
          </a:p>
        </p:txBody>
      </p:sp>
      <p:sp>
        <p:nvSpPr>
          <p:cNvPr id="20" name="楕円 19">
            <a:extLst>
              <a:ext uri="{FF2B5EF4-FFF2-40B4-BE49-F238E27FC236}">
                <a16:creationId xmlns:a16="http://schemas.microsoft.com/office/drawing/2014/main" id="{A6654F2E-CE52-7F63-90D7-E7EAA04EFFC9}"/>
              </a:ext>
            </a:extLst>
          </p:cNvPr>
          <p:cNvSpPr/>
          <p:nvPr/>
        </p:nvSpPr>
        <p:spPr>
          <a:xfrm>
            <a:off x="7291521" y="4020512"/>
            <a:ext cx="468429" cy="468429"/>
          </a:xfrm>
          <a:prstGeom prst="ellipse">
            <a:avLst/>
          </a:prstGeom>
          <a:solidFill>
            <a:srgbClr val="0F93A5"/>
          </a:solidFill>
          <a:ln>
            <a:solidFill>
              <a:srgbClr val="12B3C7"/>
            </a:solidFill>
          </a:ln>
        </p:spPr>
        <p:style>
          <a:lnRef idx="2">
            <a:schemeClr val="accent1">
              <a:shade val="50000"/>
            </a:schemeClr>
          </a:lnRef>
          <a:fillRef idx="1">
            <a:schemeClr val="accent1"/>
          </a:fillRef>
          <a:effectRef idx="0">
            <a:schemeClr val="accent1"/>
          </a:effectRef>
          <a:fontRef idx="minor">
            <a:schemeClr val="lt1"/>
          </a:fontRef>
        </p:style>
        <p:txBody>
          <a:bodyPr wrap="none" lIns="108000" tIns="108000" rtlCol="0" anchor="ctr"/>
          <a:lstStyle/>
          <a:p>
            <a:pPr algn="ctr"/>
            <a:r>
              <a:rPr kumimoji="1" lang="en-US" altLang="ja-JP" sz="2000" b="1" dirty="0">
                <a:solidFill>
                  <a:srgbClr val="12B3C7"/>
                </a:solidFill>
              </a:rPr>
              <a:t>02</a:t>
            </a:r>
            <a:endParaRPr kumimoji="1" lang="ja-JP" altLang="en-US" sz="2000" b="1" dirty="0">
              <a:solidFill>
                <a:srgbClr val="12B3C7"/>
              </a:solidFill>
            </a:endParaRPr>
          </a:p>
        </p:txBody>
      </p:sp>
      <p:sp>
        <p:nvSpPr>
          <p:cNvPr id="21" name="楕円 20">
            <a:extLst>
              <a:ext uri="{FF2B5EF4-FFF2-40B4-BE49-F238E27FC236}">
                <a16:creationId xmlns:a16="http://schemas.microsoft.com/office/drawing/2014/main" id="{19E3B031-93D2-FF07-1C21-8D917D0FF02A}"/>
              </a:ext>
            </a:extLst>
          </p:cNvPr>
          <p:cNvSpPr/>
          <p:nvPr/>
        </p:nvSpPr>
        <p:spPr>
          <a:xfrm>
            <a:off x="7291521" y="4670550"/>
            <a:ext cx="468429" cy="468429"/>
          </a:xfrm>
          <a:prstGeom prst="ellipse">
            <a:avLst/>
          </a:prstGeom>
          <a:solidFill>
            <a:srgbClr val="0F93A5"/>
          </a:solidFill>
          <a:ln>
            <a:solidFill>
              <a:srgbClr val="12B3C7"/>
            </a:solidFill>
          </a:ln>
        </p:spPr>
        <p:style>
          <a:lnRef idx="2">
            <a:schemeClr val="accent1">
              <a:shade val="50000"/>
            </a:schemeClr>
          </a:lnRef>
          <a:fillRef idx="1">
            <a:schemeClr val="accent1"/>
          </a:fillRef>
          <a:effectRef idx="0">
            <a:schemeClr val="accent1"/>
          </a:effectRef>
          <a:fontRef idx="minor">
            <a:schemeClr val="lt1"/>
          </a:fontRef>
        </p:style>
        <p:txBody>
          <a:bodyPr wrap="none" lIns="108000" tIns="108000" rtlCol="0" anchor="ctr"/>
          <a:lstStyle/>
          <a:p>
            <a:pPr algn="ctr"/>
            <a:r>
              <a:rPr kumimoji="1" lang="en-US" altLang="ja-JP" sz="2000" b="1" dirty="0">
                <a:solidFill>
                  <a:srgbClr val="12B3C7"/>
                </a:solidFill>
              </a:rPr>
              <a:t>03</a:t>
            </a:r>
            <a:endParaRPr kumimoji="1" lang="ja-JP" altLang="en-US" sz="2000" b="1" dirty="0">
              <a:solidFill>
                <a:srgbClr val="12B3C7"/>
              </a:solidFill>
            </a:endParaRPr>
          </a:p>
        </p:txBody>
      </p:sp>
      <p:sp>
        <p:nvSpPr>
          <p:cNvPr id="22" name="楕円 21">
            <a:extLst>
              <a:ext uri="{FF2B5EF4-FFF2-40B4-BE49-F238E27FC236}">
                <a16:creationId xmlns:a16="http://schemas.microsoft.com/office/drawing/2014/main" id="{BFD66615-F026-6EC2-CE31-2323D560E9FF}"/>
              </a:ext>
            </a:extLst>
          </p:cNvPr>
          <p:cNvSpPr/>
          <p:nvPr/>
        </p:nvSpPr>
        <p:spPr>
          <a:xfrm>
            <a:off x="7291521" y="5320588"/>
            <a:ext cx="468429" cy="468429"/>
          </a:xfrm>
          <a:prstGeom prst="ellipse">
            <a:avLst/>
          </a:prstGeom>
          <a:solidFill>
            <a:srgbClr val="0F93A5"/>
          </a:solidFill>
          <a:ln>
            <a:solidFill>
              <a:srgbClr val="12B3C7"/>
            </a:solidFill>
          </a:ln>
        </p:spPr>
        <p:style>
          <a:lnRef idx="2">
            <a:schemeClr val="accent1">
              <a:shade val="50000"/>
            </a:schemeClr>
          </a:lnRef>
          <a:fillRef idx="1">
            <a:schemeClr val="accent1"/>
          </a:fillRef>
          <a:effectRef idx="0">
            <a:schemeClr val="accent1"/>
          </a:effectRef>
          <a:fontRef idx="minor">
            <a:schemeClr val="lt1"/>
          </a:fontRef>
        </p:style>
        <p:txBody>
          <a:bodyPr wrap="none" lIns="108000" tIns="108000" rtlCol="0" anchor="ctr"/>
          <a:lstStyle/>
          <a:p>
            <a:pPr algn="ctr"/>
            <a:r>
              <a:rPr kumimoji="1" lang="en-US" altLang="ja-JP" sz="2000" b="1" dirty="0">
                <a:solidFill>
                  <a:srgbClr val="12B3C7"/>
                </a:solidFill>
              </a:rPr>
              <a:t>04</a:t>
            </a:r>
            <a:endParaRPr kumimoji="1" lang="ja-JP" altLang="en-US" sz="2000" b="1" dirty="0">
              <a:solidFill>
                <a:srgbClr val="12B3C7"/>
              </a:solidFill>
            </a:endParaRPr>
          </a:p>
        </p:txBody>
      </p:sp>
      <p:sp>
        <p:nvSpPr>
          <p:cNvPr id="23" name="楕円 22">
            <a:extLst>
              <a:ext uri="{FF2B5EF4-FFF2-40B4-BE49-F238E27FC236}">
                <a16:creationId xmlns:a16="http://schemas.microsoft.com/office/drawing/2014/main" id="{D55B72BC-E2EA-8742-754D-E1AC24B48509}"/>
              </a:ext>
            </a:extLst>
          </p:cNvPr>
          <p:cNvSpPr/>
          <p:nvPr/>
        </p:nvSpPr>
        <p:spPr>
          <a:xfrm>
            <a:off x="7291521" y="5970624"/>
            <a:ext cx="468429" cy="468429"/>
          </a:xfrm>
          <a:prstGeom prst="ellipse">
            <a:avLst/>
          </a:prstGeom>
          <a:solidFill>
            <a:schemeClr val="bg1"/>
          </a:solidFill>
          <a:ln>
            <a:solidFill>
              <a:srgbClr val="12B3C7"/>
            </a:solidFill>
          </a:ln>
        </p:spPr>
        <p:style>
          <a:lnRef idx="2">
            <a:schemeClr val="accent1">
              <a:shade val="50000"/>
            </a:schemeClr>
          </a:lnRef>
          <a:fillRef idx="1">
            <a:schemeClr val="accent1"/>
          </a:fillRef>
          <a:effectRef idx="0">
            <a:schemeClr val="accent1"/>
          </a:effectRef>
          <a:fontRef idx="minor">
            <a:schemeClr val="lt1"/>
          </a:fontRef>
        </p:style>
        <p:txBody>
          <a:bodyPr wrap="none" lIns="108000" tIns="108000" rtlCol="0" anchor="ctr"/>
          <a:lstStyle/>
          <a:p>
            <a:pPr algn="ctr"/>
            <a:r>
              <a:rPr kumimoji="1" lang="en-US" altLang="ja-JP" sz="2000" b="1" dirty="0">
                <a:solidFill>
                  <a:srgbClr val="12B3C7"/>
                </a:solidFill>
              </a:rPr>
              <a:t>05</a:t>
            </a:r>
            <a:endParaRPr kumimoji="1" lang="ja-JP" altLang="en-US" sz="2000" b="1" dirty="0">
              <a:solidFill>
                <a:srgbClr val="12B3C7"/>
              </a:solidFill>
            </a:endParaRPr>
          </a:p>
        </p:txBody>
      </p:sp>
    </p:spTree>
    <p:extLst>
      <p:ext uri="{BB962C8B-B14F-4D97-AF65-F5344CB8AC3E}">
        <p14:creationId xmlns:p14="http://schemas.microsoft.com/office/powerpoint/2010/main" val="111666565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3EC232-0B46-FDC6-7546-CF7619F43C6D}"/>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A2250875-2DA3-9FFB-C2E5-F794AE37F5A1}"/>
              </a:ext>
            </a:extLst>
          </p:cNvPr>
          <p:cNvSpPr>
            <a:spLocks noGrp="1"/>
          </p:cNvSpPr>
          <p:nvPr>
            <p:ph type="title"/>
          </p:nvPr>
        </p:nvSpPr>
        <p:spPr>
          <a:xfrm>
            <a:off x="838200" y="391251"/>
            <a:ext cx="10515600" cy="1325563"/>
          </a:xfrm>
        </p:spPr>
        <p:txBody>
          <a:bodyPr/>
          <a:lstStyle/>
          <a:p>
            <a:r>
              <a:rPr kumimoji="1" lang="ja-JP" altLang="en-US" dirty="0"/>
              <a:t>意識の変化</a:t>
            </a:r>
          </a:p>
        </p:txBody>
      </p:sp>
      <p:sp>
        <p:nvSpPr>
          <p:cNvPr id="5" name="スライド番号プレースホルダー 4">
            <a:extLst>
              <a:ext uri="{FF2B5EF4-FFF2-40B4-BE49-F238E27FC236}">
                <a16:creationId xmlns:a16="http://schemas.microsoft.com/office/drawing/2014/main" id="{61F14B40-5309-EC2F-531E-F12A3928889E}"/>
              </a:ext>
            </a:extLst>
          </p:cNvPr>
          <p:cNvSpPr>
            <a:spLocks noGrp="1"/>
          </p:cNvSpPr>
          <p:nvPr>
            <p:ph type="sldNum" sz="quarter" idx="12"/>
          </p:nvPr>
        </p:nvSpPr>
        <p:spPr/>
        <p:txBody>
          <a:bodyPr/>
          <a:lstStyle/>
          <a:p>
            <a:fld id="{A47ACDBF-E3C6-4DD5-8189-300D63B6E3FF}" type="slidenum">
              <a:rPr kumimoji="1" lang="ja-JP" altLang="en-US" smtClean="0"/>
              <a:t>22</a:t>
            </a:fld>
            <a:endParaRPr kumimoji="1" lang="ja-JP" altLang="en-US"/>
          </a:p>
        </p:txBody>
      </p:sp>
      <p:sp>
        <p:nvSpPr>
          <p:cNvPr id="3" name="矢印: 五方向 2">
            <a:extLst>
              <a:ext uri="{FF2B5EF4-FFF2-40B4-BE49-F238E27FC236}">
                <a16:creationId xmlns:a16="http://schemas.microsoft.com/office/drawing/2014/main" id="{97CC2297-DF94-D7FA-42FD-7C8497624F60}"/>
              </a:ext>
            </a:extLst>
          </p:cNvPr>
          <p:cNvSpPr/>
          <p:nvPr/>
        </p:nvSpPr>
        <p:spPr>
          <a:xfrm>
            <a:off x="7602585" y="2072641"/>
            <a:ext cx="3535674" cy="809896"/>
          </a:xfrm>
          <a:prstGeom prst="homePlate">
            <a:avLst>
              <a:gd name="adj" fmla="val 27869"/>
            </a:avLst>
          </a:prstGeom>
          <a:solidFill>
            <a:schemeClr val="bg2">
              <a:lumMod val="90000"/>
            </a:schemeClr>
          </a:solid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dirty="0">
                <a:solidFill>
                  <a:schemeClr val="tx1"/>
                </a:solidFill>
              </a:rPr>
              <a:t>長期的に</a:t>
            </a:r>
          </a:p>
        </p:txBody>
      </p:sp>
      <p:sp>
        <p:nvSpPr>
          <p:cNvPr id="4" name="矢印: 五方向 3">
            <a:extLst>
              <a:ext uri="{FF2B5EF4-FFF2-40B4-BE49-F238E27FC236}">
                <a16:creationId xmlns:a16="http://schemas.microsoft.com/office/drawing/2014/main" id="{B6F83978-0D1C-76D5-63C2-8C454EA95FE8}"/>
              </a:ext>
            </a:extLst>
          </p:cNvPr>
          <p:cNvSpPr/>
          <p:nvPr/>
        </p:nvSpPr>
        <p:spPr>
          <a:xfrm>
            <a:off x="2844317" y="2072641"/>
            <a:ext cx="5373301" cy="809896"/>
          </a:xfrm>
          <a:prstGeom prst="homePlate">
            <a:avLst>
              <a:gd name="adj" fmla="val 27869"/>
            </a:avLst>
          </a:prstGeom>
          <a:solidFill>
            <a:schemeClr val="bg2">
              <a:lumMod val="90000"/>
            </a:schemeClr>
          </a:solid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dirty="0">
                <a:solidFill>
                  <a:schemeClr val="tx1"/>
                </a:solidFill>
              </a:rPr>
              <a:t>　　　　　　　帰任後</a:t>
            </a:r>
          </a:p>
        </p:txBody>
      </p:sp>
      <p:sp>
        <p:nvSpPr>
          <p:cNvPr id="8" name="矢印: 五方向 7">
            <a:extLst>
              <a:ext uri="{FF2B5EF4-FFF2-40B4-BE49-F238E27FC236}">
                <a16:creationId xmlns:a16="http://schemas.microsoft.com/office/drawing/2014/main" id="{C4CD5CC0-82F8-12BB-C546-FD6D49045A04}"/>
              </a:ext>
            </a:extLst>
          </p:cNvPr>
          <p:cNvSpPr/>
          <p:nvPr/>
        </p:nvSpPr>
        <p:spPr>
          <a:xfrm>
            <a:off x="1009920" y="2072641"/>
            <a:ext cx="3579497" cy="809896"/>
          </a:xfrm>
          <a:prstGeom prst="homePlate">
            <a:avLst>
              <a:gd name="adj" fmla="val 27869"/>
            </a:avLst>
          </a:prstGeom>
          <a:solidFill>
            <a:schemeClr val="bg2">
              <a:lumMod val="90000"/>
            </a:schemeClr>
          </a:solid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dirty="0">
                <a:solidFill>
                  <a:schemeClr val="tx1"/>
                </a:solidFill>
              </a:rPr>
              <a:t>帰任前</a:t>
            </a:r>
          </a:p>
        </p:txBody>
      </p:sp>
      <p:sp>
        <p:nvSpPr>
          <p:cNvPr id="9" name="正方形/長方形 8">
            <a:extLst>
              <a:ext uri="{FF2B5EF4-FFF2-40B4-BE49-F238E27FC236}">
                <a16:creationId xmlns:a16="http://schemas.microsoft.com/office/drawing/2014/main" id="{E7080EDA-80D1-40AA-9FE5-633AE8970D38}"/>
              </a:ext>
            </a:extLst>
          </p:cNvPr>
          <p:cNvSpPr/>
          <p:nvPr/>
        </p:nvSpPr>
        <p:spPr>
          <a:xfrm>
            <a:off x="1201783" y="3428999"/>
            <a:ext cx="2960914" cy="2257697"/>
          </a:xfrm>
          <a:prstGeom prst="rect">
            <a:avLst/>
          </a:prstGeom>
          <a:noFill/>
          <a:ln w="38100">
            <a:solidFill>
              <a:srgbClr val="4C494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a:buFont typeface="Arial" panose="020B0604020202020204" pitchFamily="34" charset="0"/>
              <a:buChar char="•"/>
            </a:pPr>
            <a:r>
              <a:rPr kumimoji="1" lang="en-US" altLang="ja-JP" b="1" dirty="0">
                <a:solidFill>
                  <a:srgbClr val="4C4948"/>
                </a:solidFill>
              </a:rPr>
              <a:t>Java</a:t>
            </a:r>
            <a:r>
              <a:rPr kumimoji="1" lang="ja-JP" altLang="en-US" b="1" dirty="0">
                <a:solidFill>
                  <a:srgbClr val="4C4948"/>
                </a:solidFill>
              </a:rPr>
              <a:t>を重点的に勉強</a:t>
            </a:r>
            <a:endParaRPr lang="en-US" altLang="ja-JP" b="1" dirty="0">
              <a:solidFill>
                <a:srgbClr val="4C4948"/>
              </a:solidFill>
            </a:endParaRPr>
          </a:p>
          <a:p>
            <a:pPr marL="285750" indent="-285750">
              <a:buFont typeface="Arial" panose="020B0604020202020204" pitchFamily="34" charset="0"/>
              <a:buChar char="•"/>
            </a:pPr>
            <a:r>
              <a:rPr lang="ja-JP" altLang="en-US" b="1" dirty="0">
                <a:solidFill>
                  <a:srgbClr val="4C4948"/>
                </a:solidFill>
              </a:rPr>
              <a:t>領域問わずフルスタックな技術を身に着ける</a:t>
            </a:r>
            <a:endParaRPr lang="en-US" altLang="ja-JP" b="1" dirty="0">
              <a:solidFill>
                <a:srgbClr val="4C4948"/>
              </a:solidFill>
            </a:endParaRPr>
          </a:p>
        </p:txBody>
      </p:sp>
      <p:sp>
        <p:nvSpPr>
          <p:cNvPr id="10" name="正方形/長方形 9">
            <a:extLst>
              <a:ext uri="{FF2B5EF4-FFF2-40B4-BE49-F238E27FC236}">
                <a16:creationId xmlns:a16="http://schemas.microsoft.com/office/drawing/2014/main" id="{E978ED1D-2FDA-3A9A-4A03-0E20E85522BB}"/>
              </a:ext>
            </a:extLst>
          </p:cNvPr>
          <p:cNvSpPr/>
          <p:nvPr/>
        </p:nvSpPr>
        <p:spPr>
          <a:xfrm>
            <a:off x="4615543" y="3422467"/>
            <a:ext cx="3056708" cy="2257697"/>
          </a:xfrm>
          <a:prstGeom prst="rect">
            <a:avLst/>
          </a:prstGeom>
          <a:noFill/>
          <a:ln w="38100">
            <a:solidFill>
              <a:srgbClr val="4C494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a:buFont typeface="Arial" panose="020B0604020202020204" pitchFamily="34" charset="0"/>
              <a:buChar char="•"/>
            </a:pPr>
            <a:r>
              <a:rPr kumimoji="1" lang="ja-JP" altLang="en-US" b="1" dirty="0">
                <a:solidFill>
                  <a:srgbClr val="4C4948"/>
                </a:solidFill>
              </a:rPr>
              <a:t>開発で</a:t>
            </a:r>
            <a:r>
              <a:rPr kumimoji="1" lang="en-US" altLang="ja-JP" b="1" dirty="0">
                <a:solidFill>
                  <a:srgbClr val="4C4948"/>
                </a:solidFill>
              </a:rPr>
              <a:t>CN2</a:t>
            </a:r>
            <a:r>
              <a:rPr kumimoji="1" lang="ja-JP" altLang="en-US" b="1" dirty="0">
                <a:solidFill>
                  <a:srgbClr val="4C4948"/>
                </a:solidFill>
              </a:rPr>
              <a:t>をリードする</a:t>
            </a:r>
            <a:endParaRPr kumimoji="1" lang="en-US" altLang="ja-JP" b="1" dirty="0">
              <a:solidFill>
                <a:srgbClr val="4C4948"/>
              </a:solidFill>
            </a:endParaRPr>
          </a:p>
          <a:p>
            <a:pPr marL="285750" indent="-285750">
              <a:buFont typeface="Arial" panose="020B0604020202020204" pitchFamily="34" charset="0"/>
              <a:buChar char="•"/>
            </a:pPr>
            <a:r>
              <a:rPr lang="ja-JP" altLang="en-US" b="1" dirty="0">
                <a:solidFill>
                  <a:srgbClr val="4C4948"/>
                </a:solidFill>
              </a:rPr>
              <a:t>若手向けの開発勉強会を開く</a:t>
            </a:r>
            <a:endParaRPr kumimoji="1" lang="en-US" altLang="ja-JP" b="1" dirty="0">
              <a:solidFill>
                <a:srgbClr val="4C4948"/>
              </a:solidFill>
            </a:endParaRPr>
          </a:p>
        </p:txBody>
      </p:sp>
      <p:sp>
        <p:nvSpPr>
          <p:cNvPr id="12" name="正方形/長方形 11">
            <a:extLst>
              <a:ext uri="{FF2B5EF4-FFF2-40B4-BE49-F238E27FC236}">
                <a16:creationId xmlns:a16="http://schemas.microsoft.com/office/drawing/2014/main" id="{2278394D-4B30-3185-A2A8-625DB91743D1}"/>
              </a:ext>
            </a:extLst>
          </p:cNvPr>
          <p:cNvSpPr/>
          <p:nvPr/>
        </p:nvSpPr>
        <p:spPr>
          <a:xfrm>
            <a:off x="8081551" y="3422466"/>
            <a:ext cx="3056708" cy="2257697"/>
          </a:xfrm>
          <a:prstGeom prst="rect">
            <a:avLst/>
          </a:prstGeom>
          <a:noFill/>
          <a:ln w="38100">
            <a:solidFill>
              <a:srgbClr val="4C494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a:buFont typeface="Arial" panose="020B0604020202020204" pitchFamily="34" charset="0"/>
              <a:buChar char="•"/>
            </a:pPr>
            <a:r>
              <a:rPr kumimoji="1" lang="ja-JP" altLang="en-US" b="1" dirty="0">
                <a:solidFill>
                  <a:srgbClr val="4C4948"/>
                </a:solidFill>
              </a:rPr>
              <a:t>相川さんみたいになりたい。誰かのロールモデルになる</a:t>
            </a:r>
            <a:endParaRPr kumimoji="1" lang="en-US" altLang="ja-JP" b="1" dirty="0">
              <a:solidFill>
                <a:srgbClr val="4C4948"/>
              </a:solidFill>
            </a:endParaRPr>
          </a:p>
        </p:txBody>
      </p:sp>
    </p:spTree>
    <p:extLst>
      <p:ext uri="{BB962C8B-B14F-4D97-AF65-F5344CB8AC3E}">
        <p14:creationId xmlns:p14="http://schemas.microsoft.com/office/powerpoint/2010/main" val="1462834709"/>
      </p:ext>
    </p:extLst>
  </p:cSld>
  <p:clrMapOvr>
    <a:masterClrMapping/>
  </p:clrMapOvr>
</p:sld>
</file>

<file path=ppt/theme/theme1.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5958</TotalTime>
  <Words>834</Words>
  <Application>Microsoft Office PowerPoint</Application>
  <PresentationFormat>ワイド画面</PresentationFormat>
  <Paragraphs>222</Paragraphs>
  <Slides>22</Slides>
  <Notes>0</Notes>
  <HiddenSlides>0</HiddenSlides>
  <MMClips>0</MMClips>
  <ScaleCrop>false</ScaleCrop>
  <HeadingPairs>
    <vt:vector size="6" baseType="variant">
      <vt:variant>
        <vt:lpstr>使用されているフォント</vt:lpstr>
      </vt:variant>
      <vt:variant>
        <vt:i4>3</vt:i4>
      </vt:variant>
      <vt:variant>
        <vt:lpstr>テーマ</vt:lpstr>
      </vt:variant>
      <vt:variant>
        <vt:i4>1</vt:i4>
      </vt:variant>
      <vt:variant>
        <vt:lpstr>スライド タイトル</vt:lpstr>
      </vt:variant>
      <vt:variant>
        <vt:i4>22</vt:i4>
      </vt:variant>
    </vt:vector>
  </HeadingPairs>
  <TitlesOfParts>
    <vt:vector size="26" baseType="lpstr">
      <vt:lpstr>游ゴシック</vt:lpstr>
      <vt:lpstr>游ゴシック Light</vt:lpstr>
      <vt:lpstr>Arial</vt:lpstr>
      <vt:lpstr>Office テーマ</vt:lpstr>
      <vt:lpstr>スライド部品</vt:lpstr>
      <vt:lpstr>PowerPoint プレゼンテーション</vt:lpstr>
      <vt:lpstr>PowerPoint プレゼンテーション</vt:lpstr>
      <vt:lpstr>PowerPoint プレゼンテーション</vt:lpstr>
      <vt:lpstr>自己紹介</vt:lpstr>
      <vt:lpstr>自己紹介</vt:lpstr>
      <vt:lpstr>PowerPoint プレゼンテーション</vt:lpstr>
      <vt:lpstr>案件</vt:lpstr>
      <vt:lpstr>名寄せ</vt:lpstr>
      <vt:lpstr>脱RPG</vt:lpstr>
      <vt:lpstr>PowerPoint プレゼンテーション</vt:lpstr>
      <vt:lpstr>技術スタック</vt:lpstr>
      <vt:lpstr>業務面</vt:lpstr>
      <vt:lpstr>PowerPoint プレゼンテーション</vt:lpstr>
      <vt:lpstr>意識の変化</vt:lpstr>
      <vt:lpstr>意識の変化</vt:lpstr>
      <vt:lpstr>名寄せ</vt:lpstr>
      <vt:lpstr>脱RPG</vt:lpstr>
      <vt:lpstr>意識の変化</vt:lpstr>
      <vt:lpstr>意識の変化</vt:lpstr>
      <vt:lpstr>PowerPoint プレゼンテーション</vt:lpstr>
      <vt:lpstr>意識の変化</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プレゼンテーション</dc:title>
  <dc:creator>渡邊 嘉菫</dc:creator>
  <cp:lastModifiedBy>裕希 相川</cp:lastModifiedBy>
  <cp:revision>14</cp:revision>
  <dcterms:created xsi:type="dcterms:W3CDTF">2023-12-06T05:07:49Z</dcterms:created>
  <dcterms:modified xsi:type="dcterms:W3CDTF">2025-03-18T22:51:48Z</dcterms:modified>
</cp:coreProperties>
</file>